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4497cabe2e4239" /><Relationship Type="http://schemas.openxmlformats.org/officeDocument/2006/relationships/extended-properties" Target="/docProps/app.xml" Id="R3b27351c8a2f4390" /><Relationship Type="http://schemas.openxmlformats.org/officeDocument/2006/relationships/officeDocument" Target="/ppt/presentation.xml" Id="R0af872cbd268410d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22e5d9bf5f044b03"/>
  </p:sldMasterIdLst>
  <p:notesMasterIdLst>
    <p:notesMasterId xmlns:r="http://schemas.openxmlformats.org/officeDocument/2006/relationships" r:id="R5e32d9c7cb80404e"/>
  </p:notesMasterIdLst>
  <p:sldIdLst>
    <p:sldId xmlns:r="http://schemas.openxmlformats.org/officeDocument/2006/relationships" id="256" r:id="Ra88c42365b424a42"/>
    <p:sldId xmlns:r="http://schemas.openxmlformats.org/officeDocument/2006/relationships" id="257" r:id="R4cbff69ada0b4495"/>
    <p:sldId xmlns:r="http://schemas.openxmlformats.org/officeDocument/2006/relationships" id="258" r:id="R542756d1f0f046eb"/>
    <p:sldId xmlns:r="http://schemas.openxmlformats.org/officeDocument/2006/relationships" id="259" r:id="R9c7fae9f54064f3e"/>
    <p:sldId xmlns:r="http://schemas.openxmlformats.org/officeDocument/2006/relationships" id="260" r:id="R774e82184ea34ad3"/>
    <p:sldId xmlns:r="http://schemas.openxmlformats.org/officeDocument/2006/relationships" id="261" r:id="R35e2012f1fce4170"/>
    <p:sldId xmlns:r="http://schemas.openxmlformats.org/officeDocument/2006/relationships" id="262" r:id="Rf0aa95db0bcd4234"/>
  </p:sldIdLst>
  <p:sldSz cx="18288000" cy="10287000"/>
  <p:notesSz cx="6858000" cy="9144000"/>
  <p:embeddedFontLst>
    <p:embeddedFont>
      <p:font typeface="Playfair Display SemiBold"/>
      <p:regular xmlns:r="http://schemas.openxmlformats.org/officeDocument/2006/relationships" r:id="R42ed4038178c4326"/>
      <p:bold xmlns:r="http://schemas.openxmlformats.org/officeDocument/2006/relationships" r:id="R35ee6b060f68465d"/>
      <p:italic xmlns:r="http://schemas.openxmlformats.org/officeDocument/2006/relationships" r:id="Rbe2f1f379f814f1b"/>
      <p:boldItalic xmlns:r="http://schemas.openxmlformats.org/officeDocument/2006/relationships" r:id="Rcd4c7efacccb4d84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72bbac26f24bf7" /><Relationship Type="http://schemas.openxmlformats.org/officeDocument/2006/relationships/slideMaster" Target="/ppt/slideMasters/slideMaster1.xml" Id="R22e5d9bf5f044b03" /><Relationship Type="http://schemas.openxmlformats.org/officeDocument/2006/relationships/notesMaster" Target="/ppt/notesMasters/notesMaster1.xml" Id="R5e32d9c7cb80404e" /><Relationship Type="http://schemas.openxmlformats.org/officeDocument/2006/relationships/presProps" Target="/ppt/presProps.xml" Id="Re83548a0298b41ce" /><Relationship Type="http://schemas.openxmlformats.org/officeDocument/2006/relationships/viewProps" Target="/ppt/viewProps.xml" Id="R17c0ba9b0bfc438e" /><Relationship Type="http://schemas.openxmlformats.org/officeDocument/2006/relationships/tableStyles" Target="/ppt/tableStyles.xml" Id="R84dc2c18af6d4d07" /><Relationship Type="http://schemas.openxmlformats.org/officeDocument/2006/relationships/font" Target="/ppt/fonts/font.dat" Id="R42ed4038178c4326" /><Relationship Type="http://schemas.openxmlformats.org/officeDocument/2006/relationships/font" Target="/ppt/fonts/font2.dat" Id="R35ee6b060f68465d" /><Relationship Type="http://schemas.openxmlformats.org/officeDocument/2006/relationships/font" Target="/ppt/fonts/font3.dat" Id="Rbe2f1f379f814f1b" /><Relationship Type="http://schemas.openxmlformats.org/officeDocument/2006/relationships/font" Target="/ppt/fonts/font4.dat" Id="Rcd4c7efacccb4d84" /><Relationship Type="http://schemas.openxmlformats.org/officeDocument/2006/relationships/slide" Target="/ppt/slides/slide1.xml" Id="Ra88c42365b424a42" /><Relationship Type="http://schemas.openxmlformats.org/officeDocument/2006/relationships/slide" Target="/ppt/slides/slide2.xml" Id="R4cbff69ada0b4495" /><Relationship Type="http://schemas.openxmlformats.org/officeDocument/2006/relationships/slide" Target="/ppt/slides/slide3.xml" Id="R542756d1f0f046eb" /><Relationship Type="http://schemas.openxmlformats.org/officeDocument/2006/relationships/slide" Target="/ppt/slides/slide4.xml" Id="R9c7fae9f54064f3e" /><Relationship Type="http://schemas.openxmlformats.org/officeDocument/2006/relationships/slide" Target="/ppt/slides/slide5.xml" Id="R774e82184ea34ad3" /><Relationship Type="http://schemas.openxmlformats.org/officeDocument/2006/relationships/slide" Target="/ppt/slides/slide6.xml" Id="R35e2012f1fce4170" /><Relationship Type="http://schemas.openxmlformats.org/officeDocument/2006/relationships/slide" Target="/ppt/slides/slide7.xml" Id="Rf0aa95db0bcd42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1e703bd02941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c0519d31db4a1d" /><Relationship Type="http://schemas.openxmlformats.org/officeDocument/2006/relationships/notesMaster" Target="/ppt/notesMasters/notesMaster1.xml" Id="Rb269f35c76e5498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4c3328eb63b4970" /><Relationship Type="http://schemas.openxmlformats.org/officeDocument/2006/relationships/notesMaster" Target="/ppt/notesMasters/notesMaster1.xml" Id="R179284cb382a4f1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f5ed10d73cd4131" /><Relationship Type="http://schemas.openxmlformats.org/officeDocument/2006/relationships/notesMaster" Target="/ppt/notesMasters/notesMaster1.xml" Id="R6785d8a1ddfd40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67941404f740cc" /><Relationship Type="http://schemas.openxmlformats.org/officeDocument/2006/relationships/notesMaster" Target="/ppt/notesMasters/notesMaster1.xml" Id="Raa1fe6a745a7422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a9bd079b8e40d3" /><Relationship Type="http://schemas.openxmlformats.org/officeDocument/2006/relationships/notesMaster" Target="/ppt/notesMasters/notesMaster1.xml" Id="Re39f4f4f46d34db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5e0b7472dc34ca7" /><Relationship Type="http://schemas.openxmlformats.org/officeDocument/2006/relationships/notesMaster" Target="/ppt/notesMasters/notesMaster1.xml" Id="Rfe0649375b294ca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e2a0f7888e44def" /><Relationship Type="http://schemas.openxmlformats.org/officeDocument/2006/relationships/notesMaster" Target="/ppt/notesMasters/notesMaster1.xml" Id="Rf26d6a0dfe664e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ScopeShift: evidence-governed BRD generation. No unmeasured performance claims are made.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Scenario is the product fixture in the repository. Claims describe the test scenario, not measured customer prevalence.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Gemini is an extractor. Authority is decided in application code.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This state transition is covered by the repository tests and the local browser demo.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local demo reads through a replayed snapshot. BigQuery is the persisted append-only log in the target architecture.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screenshot is represented by the working local browser UI. Replace this slide with an actual screenshot after the UI is opened and captured.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No baseline metric is included because the API key and fixtures are not yet available.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dd2a144bf94d7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d24623814546c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ba8ee808aa44f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dc3dbe44c5403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43768ae9434e3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d8f2da9307425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a4d90298fe479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64e4735cb34c5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87238e73384f1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af97a8d90e43c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f105b739744bb8" /></Relationships>
</file>

<file path=ppt/slideLayouts/slideLayout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 Shape;12;p9">
            <a:extLst xmlns:a="http://schemas.openxmlformats.org/drawingml/2006/main">
              <a:ext uri="{FF2B5EF4-FFF2-40B4-BE49-F238E27FC236}">
                <a16:creationId xmlns:a16="http://schemas.microsoft.com/office/drawing/2014/main" id="{8154060E-3A8D-421E-8C61-B6B4749F73E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Google Shape;13;p9">
            <a:extLst xmlns:a="http://schemas.openxmlformats.org/drawingml/2006/main">
              <a:ext uri="{FF2B5EF4-FFF2-40B4-BE49-F238E27FC236}">
                <a16:creationId xmlns:a16="http://schemas.microsoft.com/office/drawing/2014/main" id="{FFD7C985-78FC-469E-A27A-6910E6AB76E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4" name="Google Shape;14;p9">
            <a:extLst xmlns:a="http://schemas.openxmlformats.org/drawingml/2006/main">
              <a:ext uri="{FF2B5EF4-FFF2-40B4-BE49-F238E27FC236}">
                <a16:creationId xmlns:a16="http://schemas.microsoft.com/office/drawing/2014/main" id="{7A7A914F-D4FD-4923-9F51-51DFE2E37AD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10">
            <a:extLst xmlns:a="http://schemas.openxmlformats.org/drawingml/2006/main">
              <a:ext uri="{FF2B5EF4-FFF2-40B4-BE49-F238E27FC236}">
                <a16:creationId xmlns:a16="http://schemas.microsoft.com/office/drawing/2014/main" id="{FD2B184F-3F0B-4689-BD65-4DE3FC850CC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7" name="Google Shape;17;p10">
            <a:extLst xmlns:a="http://schemas.openxmlformats.org/drawingml/2006/main">
              <a:ext uri="{FF2B5EF4-FFF2-40B4-BE49-F238E27FC236}">
                <a16:creationId xmlns:a16="http://schemas.microsoft.com/office/drawing/2014/main" id="{4DCCA561-C1FC-451F-959E-61A99D8A145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8" name="Google Shape;18;p10">
            <a:extLst xmlns:a="http://schemas.openxmlformats.org/drawingml/2006/main">
              <a:ext uri="{FF2B5EF4-FFF2-40B4-BE49-F238E27FC236}">
                <a16:creationId xmlns:a16="http://schemas.microsoft.com/office/drawing/2014/main" id="{98A6E81E-9BBB-4E94-BD70-9E4E952D17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Google Shape;19;p10">
            <a:extLst xmlns:a="http://schemas.openxmlformats.org/drawingml/2006/main">
              <a:ext uri="{FF2B5EF4-FFF2-40B4-BE49-F238E27FC236}">
                <a16:creationId xmlns:a16="http://schemas.microsoft.com/office/drawing/2014/main" id="{6B7851BB-318F-4E58-893A-ED8473696A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0" name="Google Shape;20;p10">
            <a:extLst xmlns:a="http://schemas.openxmlformats.org/drawingml/2006/main">
              <a:ext uri="{FF2B5EF4-FFF2-40B4-BE49-F238E27FC236}">
                <a16:creationId xmlns:a16="http://schemas.microsoft.com/office/drawing/2014/main" id="{9126640C-71FD-4C38-B132-EBCB801549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Content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Google Shape;22;p11">
            <a:extLst xmlns:a="http://schemas.openxmlformats.org/drawingml/2006/main">
              <a:ext uri="{FF2B5EF4-FFF2-40B4-BE49-F238E27FC236}">
                <a16:creationId xmlns:a16="http://schemas.microsoft.com/office/drawing/2014/main" id="{FC926D47-E251-4C32-BAB1-F2A833779E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3" name="Google Shape;23;p11">
            <a:extLst xmlns:a="http://schemas.openxmlformats.org/drawingml/2006/main">
              <a:ext uri="{FF2B5EF4-FFF2-40B4-BE49-F238E27FC236}">
                <a16:creationId xmlns:a16="http://schemas.microsoft.com/office/drawing/2014/main" id="{D5C5F957-F9B4-42CB-B91A-C0F8D0F48C2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4" name="Google Shape;24;p11">
            <a:extLst xmlns:a="http://schemas.openxmlformats.org/drawingml/2006/main">
              <a:ext uri="{FF2B5EF4-FFF2-40B4-BE49-F238E27FC236}">
                <a16:creationId xmlns:a16="http://schemas.microsoft.com/office/drawing/2014/main" id="{90103D76-09DC-4C32-B44E-08A5B92CED4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Google Shape;25;p11">
            <a:extLst xmlns:a="http://schemas.openxmlformats.org/drawingml/2006/main">
              <a:ext uri="{FF2B5EF4-FFF2-40B4-BE49-F238E27FC236}">
                <a16:creationId xmlns:a16="http://schemas.microsoft.com/office/drawing/2014/main" id="{0F9D2BC5-ACAB-4B16-9BA1-A6619A5EE5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6" name="Google Shape;26;p11">
            <a:extLst xmlns:a="http://schemas.openxmlformats.org/drawingml/2006/main">
              <a:ext uri="{FF2B5EF4-FFF2-40B4-BE49-F238E27FC236}">
                <a16:creationId xmlns:a16="http://schemas.microsoft.com/office/drawing/2014/main" id="{054B0020-EEDC-4E97-8D02-E719572B649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Google Shape;28;p12">
            <a:extLst xmlns:a="http://schemas.openxmlformats.org/drawingml/2006/main">
              <a:ext uri="{FF2B5EF4-FFF2-40B4-BE49-F238E27FC236}">
                <a16:creationId xmlns:a16="http://schemas.microsoft.com/office/drawing/2014/main" id="{80C1E7D7-EAA9-4015-9A7A-83B0E65D13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9" name="Google Shape;29;p12">
            <a:extLst xmlns:a="http://schemas.openxmlformats.org/drawingml/2006/main">
              <a:ext uri="{FF2B5EF4-FFF2-40B4-BE49-F238E27FC236}">
                <a16:creationId xmlns:a16="http://schemas.microsoft.com/office/drawing/2014/main" id="{3947E119-2C78-4F01-9A19-4C0ABC8DA9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0" name="Google Shape;30;p12">
            <a:extLst xmlns:a="http://schemas.openxmlformats.org/drawingml/2006/main">
              <a:ext uri="{FF2B5EF4-FFF2-40B4-BE49-F238E27FC236}">
                <a16:creationId xmlns:a16="http://schemas.microsoft.com/office/drawing/2014/main" id="{9B7305DC-1A40-4B14-9C6F-17CC86D0CD8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Google Shape;31;p12">
            <a:extLst xmlns:a="http://schemas.openxmlformats.org/drawingml/2006/main">
              <a:ext uri="{FF2B5EF4-FFF2-40B4-BE49-F238E27FC236}">
                <a16:creationId xmlns:a16="http://schemas.microsoft.com/office/drawing/2014/main" id="{C7BADB0E-17FD-4BD7-A2A5-F62342E80CD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2" name="Google Shape;32;p12">
            <a:extLst xmlns:a="http://schemas.openxmlformats.org/drawingml/2006/main">
              <a:ext uri="{FF2B5EF4-FFF2-40B4-BE49-F238E27FC236}">
                <a16:creationId xmlns:a16="http://schemas.microsoft.com/office/drawing/2014/main" id="{47D04065-4F66-477F-AF51-6EDEEB96F2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wo Content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Google Shape;34;p13">
            <a:extLst xmlns:a="http://schemas.openxmlformats.org/drawingml/2006/main">
              <a:ext uri="{FF2B5EF4-FFF2-40B4-BE49-F238E27FC236}">
                <a16:creationId xmlns:a16="http://schemas.microsoft.com/office/drawing/2014/main" id="{1E2F7EED-4DEB-4727-AE12-A5D76EDE64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Google Shape;35;p13">
            <a:extLst xmlns:a="http://schemas.openxmlformats.org/drawingml/2006/main">
              <a:ext uri="{FF2B5EF4-FFF2-40B4-BE49-F238E27FC236}">
                <a16:creationId xmlns:a16="http://schemas.microsoft.com/office/drawing/2014/main" id="{4AB38D5D-4899-48BF-89A3-0477A020081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40386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 xmlns:a="http://schemas.openxmlformats.org/drawingml/2006/main"/>
        </p:txBody>
      </p:sp>
      <p:sp>
        <p:nvSpPr>
          <p:cNvPr id="36" name="Google Shape;36;p13">
            <a:extLst xmlns:a="http://schemas.openxmlformats.org/drawingml/2006/main">
              <a:ext uri="{FF2B5EF4-FFF2-40B4-BE49-F238E27FC236}">
                <a16:creationId xmlns:a16="http://schemas.microsoft.com/office/drawing/2014/main" id="{58ABA6FF-20AD-4A96-AD0D-864BE459C40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48200" y="1600200"/>
            <a:ext cx="40386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 xmlns:a="http://schemas.openxmlformats.org/drawingml/2006/main"/>
        </p:txBody>
      </p:sp>
      <p:sp>
        <p:nvSpPr>
          <p:cNvPr id="37" name="Google Shape;37;p13">
            <a:extLst xmlns:a="http://schemas.openxmlformats.org/drawingml/2006/main">
              <a:ext uri="{FF2B5EF4-FFF2-40B4-BE49-F238E27FC236}">
                <a16:creationId xmlns:a16="http://schemas.microsoft.com/office/drawing/2014/main" id="{E63BDA68-AA3B-4D27-A94F-94B495D2439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Google Shape;38;p13">
            <a:extLst xmlns:a="http://schemas.openxmlformats.org/drawingml/2006/main">
              <a:ext uri="{FF2B5EF4-FFF2-40B4-BE49-F238E27FC236}">
                <a16:creationId xmlns:a16="http://schemas.microsoft.com/office/drawing/2014/main" id="{67B6583E-DC0D-4F16-A36F-3882C7B960A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9" name="Google Shape;39;p13">
            <a:extLst xmlns:a="http://schemas.openxmlformats.org/drawingml/2006/main">
              <a:ext uri="{FF2B5EF4-FFF2-40B4-BE49-F238E27FC236}">
                <a16:creationId xmlns:a16="http://schemas.microsoft.com/office/drawing/2014/main" id="{209C8CEE-434A-4F58-894E-FEA113B2475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Comparison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Google Shape;41;p14">
            <a:extLst xmlns:a="http://schemas.openxmlformats.org/drawingml/2006/main">
              <a:ext uri="{FF2B5EF4-FFF2-40B4-BE49-F238E27FC236}">
                <a16:creationId xmlns:a16="http://schemas.microsoft.com/office/drawing/2014/main" id="{9C7A6F05-2180-4E46-8F1E-CE194C4AB2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2" name="Google Shape;42;p14">
            <a:extLst xmlns:a="http://schemas.openxmlformats.org/drawingml/2006/main">
              <a:ext uri="{FF2B5EF4-FFF2-40B4-BE49-F238E27FC236}">
                <a16:creationId xmlns:a16="http://schemas.microsoft.com/office/drawing/2014/main" id="{54B32B80-91DB-4195-BBAF-33F5C86CB37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3" name="Google Shape;43;p14">
            <a:extLst xmlns:a="http://schemas.openxmlformats.org/drawingml/2006/main">
              <a:ext uri="{FF2B5EF4-FFF2-40B4-BE49-F238E27FC236}">
                <a16:creationId xmlns:a16="http://schemas.microsoft.com/office/drawing/2014/main" id="{C1A4AEE0-09B5-4931-A09D-8CD7107995F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2174875"/>
            <a:ext cx="4040188" cy="3951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 xmlns:a="http://schemas.openxmlformats.org/drawingml/2006/main"/>
        </p:txBody>
      </p:sp>
      <p:sp>
        <p:nvSpPr>
          <p:cNvPr id="44" name="Google Shape;44;p14">
            <a:extLst xmlns:a="http://schemas.openxmlformats.org/drawingml/2006/main">
              <a:ext uri="{FF2B5EF4-FFF2-40B4-BE49-F238E27FC236}">
                <a16:creationId xmlns:a16="http://schemas.microsoft.com/office/drawing/2014/main" id="{FC2AA330-9758-440F-BEE8-B1FC24C4A89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5" name="Google Shape;45;p14">
            <a:extLst xmlns:a="http://schemas.openxmlformats.org/drawingml/2006/main">
              <a:ext uri="{FF2B5EF4-FFF2-40B4-BE49-F238E27FC236}">
                <a16:creationId xmlns:a16="http://schemas.microsoft.com/office/drawing/2014/main" id="{2A93DF81-80B4-47B3-87BA-8B95EE10B55A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45025" y="2174875"/>
            <a:ext cx="4041775" cy="3951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 xmlns:a="http://schemas.openxmlformats.org/drawingml/2006/main"/>
        </p:txBody>
      </p:sp>
      <p:sp>
        <p:nvSpPr>
          <p:cNvPr id="46" name="Google Shape;46;p14">
            <a:extLst xmlns:a="http://schemas.openxmlformats.org/drawingml/2006/main">
              <a:ext uri="{FF2B5EF4-FFF2-40B4-BE49-F238E27FC236}">
                <a16:creationId xmlns:a16="http://schemas.microsoft.com/office/drawing/2014/main" id="{F305B5C0-CB8D-4900-96F8-FC5E174040A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Google Shape;47;p14">
            <a:extLst xmlns:a="http://schemas.openxmlformats.org/drawingml/2006/main">
              <a:ext uri="{FF2B5EF4-FFF2-40B4-BE49-F238E27FC236}">
                <a16:creationId xmlns:a16="http://schemas.microsoft.com/office/drawing/2014/main" id="{032CCA2D-C790-4214-AFBD-41C69B88BDD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Google Shape;48;p14">
            <a:extLst xmlns:a="http://schemas.openxmlformats.org/drawingml/2006/main">
              <a:ext uri="{FF2B5EF4-FFF2-40B4-BE49-F238E27FC236}">
                <a16:creationId xmlns:a16="http://schemas.microsoft.com/office/drawing/2014/main" id="{7C6E14DB-FD34-41D3-B257-87AD325EB9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Google Shape;50;p15">
            <a:extLst xmlns:a="http://schemas.openxmlformats.org/drawingml/2006/main">
              <a:ext uri="{FF2B5EF4-FFF2-40B4-BE49-F238E27FC236}">
                <a16:creationId xmlns:a16="http://schemas.microsoft.com/office/drawing/2014/main" id="{C74F88AB-48DF-4C72-A935-4BBE4BBD01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1" name="Google Shape;51;p15">
            <a:extLst xmlns:a="http://schemas.openxmlformats.org/drawingml/2006/main">
              <a:ext uri="{FF2B5EF4-FFF2-40B4-BE49-F238E27FC236}">
                <a16:creationId xmlns:a16="http://schemas.microsoft.com/office/drawing/2014/main" id="{59B02053-325A-42A4-A0D3-0A3A48E6115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Google Shape;52;p15">
            <a:extLst xmlns:a="http://schemas.openxmlformats.org/drawingml/2006/main">
              <a:ext uri="{FF2B5EF4-FFF2-40B4-BE49-F238E27FC236}">
                <a16:creationId xmlns:a16="http://schemas.microsoft.com/office/drawing/2014/main" id="{FA37927A-04DE-414D-A710-5C34DB357B1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Google Shape;53;p15">
            <a:extLst xmlns:a="http://schemas.openxmlformats.org/drawingml/2006/main">
              <a:ext uri="{FF2B5EF4-FFF2-40B4-BE49-F238E27FC236}">
                <a16:creationId xmlns:a16="http://schemas.microsoft.com/office/drawing/2014/main" id="{C0A3CF3C-4193-4180-B559-6F3FCBC9B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Content with Caption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Google Shape;55;p16">
            <a:extLst xmlns:a="http://schemas.openxmlformats.org/drawingml/2006/main">
              <a:ext uri="{FF2B5EF4-FFF2-40B4-BE49-F238E27FC236}">
                <a16:creationId xmlns:a16="http://schemas.microsoft.com/office/drawing/2014/main" id="{7A3D0466-BD6F-4848-8721-1CAF941D3B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Google Shape;56;p16">
            <a:extLst xmlns:a="http://schemas.openxmlformats.org/drawingml/2006/main">
              <a:ext uri="{FF2B5EF4-FFF2-40B4-BE49-F238E27FC236}">
                <a16:creationId xmlns:a16="http://schemas.microsoft.com/office/drawing/2014/main" id="{B8181E6E-57F6-47C3-A311-9DA93EF2E2B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575050" y="273050"/>
            <a:ext cx="5111750" cy="5853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 xmlns:a="http://schemas.openxmlformats.org/drawingml/2006/main"/>
        </p:txBody>
      </p:sp>
      <p:sp>
        <p:nvSpPr>
          <p:cNvPr id="57" name="Google Shape;57;p16">
            <a:extLst xmlns:a="http://schemas.openxmlformats.org/drawingml/2006/main">
              <a:ext uri="{FF2B5EF4-FFF2-40B4-BE49-F238E27FC236}">
                <a16:creationId xmlns:a16="http://schemas.microsoft.com/office/drawing/2014/main" id="{F6204867-D801-4EE8-B062-6FEA1BB5D3A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 xmlns:a="http://schemas.openxmlformats.org/drawingml/2006/main"/>
        </p:txBody>
      </p:sp>
      <p:sp>
        <p:nvSpPr>
          <p:cNvPr id="58" name="Google Shape;58;p16">
            <a:extLst xmlns:a="http://schemas.openxmlformats.org/drawingml/2006/main">
              <a:ext uri="{FF2B5EF4-FFF2-40B4-BE49-F238E27FC236}">
                <a16:creationId xmlns:a16="http://schemas.microsoft.com/office/drawing/2014/main" id="{1C1808B6-F026-4FF3-AF60-024BF3ED5BF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Google Shape;59;p16">
            <a:extLst xmlns:a="http://schemas.openxmlformats.org/drawingml/2006/main">
              <a:ext uri="{FF2B5EF4-FFF2-40B4-BE49-F238E27FC236}">
                <a16:creationId xmlns:a16="http://schemas.microsoft.com/office/drawing/2014/main" id="{E0717087-FC14-4CC9-A4F7-221D1F1BE6E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Google Shape;60;p16">
            <a:extLst xmlns:a="http://schemas.openxmlformats.org/drawingml/2006/main">
              <a:ext uri="{FF2B5EF4-FFF2-40B4-BE49-F238E27FC236}">
                <a16:creationId xmlns:a16="http://schemas.microsoft.com/office/drawing/2014/main" id="{670792B7-D28C-48D0-B673-D74BD3617B4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Picture with Caption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Google Shape;62;p17">
            <a:extLst xmlns:a="http://schemas.openxmlformats.org/drawingml/2006/main">
              <a:ext uri="{FF2B5EF4-FFF2-40B4-BE49-F238E27FC236}">
                <a16:creationId xmlns:a16="http://schemas.microsoft.com/office/drawing/2014/main" id="{8161ADC1-1179-4697-AC92-3E5F41E11A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Google Shape;63;p17">
            <a:extLst xmlns:a="http://schemas.openxmlformats.org/drawingml/2006/main">
              <a:ext uri="{FF2B5EF4-FFF2-40B4-BE49-F238E27FC236}">
                <a16:creationId xmlns:a16="http://schemas.microsoft.com/office/drawing/2014/main" id="{159A13D4-AE18-44DE-B2FB-6AA42A8A1D1F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1792288" y="612775"/>
            <a:ext cx="5486400" cy="411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Google Shape;64;p17">
            <a:extLst xmlns:a="http://schemas.openxmlformats.org/drawingml/2006/main">
              <a:ext uri="{FF2B5EF4-FFF2-40B4-BE49-F238E27FC236}">
                <a16:creationId xmlns:a16="http://schemas.microsoft.com/office/drawing/2014/main" id="{80172ACB-7666-4CFF-9550-9621A2C74F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792288" y="5367338"/>
            <a:ext cx="5486400" cy="804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 xmlns:a="http://schemas.openxmlformats.org/drawingml/2006/main"/>
        </p:txBody>
      </p:sp>
      <p:sp>
        <p:nvSpPr>
          <p:cNvPr id="65" name="Google Shape;65;p17">
            <a:extLst xmlns:a="http://schemas.openxmlformats.org/drawingml/2006/main">
              <a:ext uri="{FF2B5EF4-FFF2-40B4-BE49-F238E27FC236}">
                <a16:creationId xmlns:a16="http://schemas.microsoft.com/office/drawing/2014/main" id="{693368B8-E495-4E1C-8D6A-2977A120AB5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Google Shape;66;p17">
            <a:extLst xmlns:a="http://schemas.openxmlformats.org/drawingml/2006/main">
              <a:ext uri="{FF2B5EF4-FFF2-40B4-BE49-F238E27FC236}">
                <a16:creationId xmlns:a16="http://schemas.microsoft.com/office/drawing/2014/main" id="{120C162D-D96A-47C8-AEB2-D46976EB86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Google Shape;67;p17">
            <a:extLst xmlns:a="http://schemas.openxmlformats.org/drawingml/2006/main">
              <a:ext uri="{FF2B5EF4-FFF2-40B4-BE49-F238E27FC236}">
                <a16:creationId xmlns:a16="http://schemas.microsoft.com/office/drawing/2014/main" id="{64898104-557E-4691-A652-33AE4CA59C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Title and Vertical Text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Google Shape;69;p18">
            <a:extLst xmlns:a="http://schemas.openxmlformats.org/drawingml/2006/main">
              <a:ext uri="{FF2B5EF4-FFF2-40B4-BE49-F238E27FC236}">
                <a16:creationId xmlns:a16="http://schemas.microsoft.com/office/drawing/2014/main" id="{6BEFBF23-5B0A-4134-8604-330988CED7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Google Shape;70;p18">
            <a:extLst xmlns:a="http://schemas.openxmlformats.org/drawingml/2006/main">
              <a:ext uri="{FF2B5EF4-FFF2-40B4-BE49-F238E27FC236}">
                <a16:creationId xmlns:a16="http://schemas.microsoft.com/office/drawing/2014/main" id="{674DAEA6-701B-4F06-B452-3697D99122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309019" y="-251618"/>
            <a:ext cx="4525963" cy="822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Google Shape;71;p18">
            <a:extLst xmlns:a="http://schemas.openxmlformats.org/drawingml/2006/main">
              <a:ext uri="{FF2B5EF4-FFF2-40B4-BE49-F238E27FC236}">
                <a16:creationId xmlns:a16="http://schemas.microsoft.com/office/drawing/2014/main" id="{F0C18DD3-76F3-4856-A635-C8D9C0CD3EA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Google Shape;72;p18">
            <a:extLst xmlns:a="http://schemas.openxmlformats.org/drawingml/2006/main">
              <a:ext uri="{FF2B5EF4-FFF2-40B4-BE49-F238E27FC236}">
                <a16:creationId xmlns:a16="http://schemas.microsoft.com/office/drawing/2014/main" id="{53FEEF4E-A835-4386-B340-DB5A1D63D8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Google Shape;73;p18">
            <a:extLst xmlns:a="http://schemas.openxmlformats.org/drawingml/2006/main">
              <a:ext uri="{FF2B5EF4-FFF2-40B4-BE49-F238E27FC236}">
                <a16:creationId xmlns:a16="http://schemas.microsoft.com/office/drawing/2014/main" id="{CD7E944F-2EB1-456C-A923-54172FE2D18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Vertical Title and Text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Google Shape;75;p19">
            <a:extLst xmlns:a="http://schemas.openxmlformats.org/drawingml/2006/main">
              <a:ext uri="{FF2B5EF4-FFF2-40B4-BE49-F238E27FC236}">
                <a16:creationId xmlns:a16="http://schemas.microsoft.com/office/drawing/2014/main" id="{1239356A-6DAE-40A5-B0B4-1642458779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4732338" y="2171701"/>
            <a:ext cx="5851525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Google Shape;76;p19">
            <a:extLst xmlns:a="http://schemas.openxmlformats.org/drawingml/2006/main">
              <a:ext uri="{FF2B5EF4-FFF2-40B4-BE49-F238E27FC236}">
                <a16:creationId xmlns:a16="http://schemas.microsoft.com/office/drawing/2014/main" id="{DEB6C481-64AA-40E7-B134-A0F4188CC92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541338" y="190500"/>
            <a:ext cx="5851525" cy="601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Google Shape;77;p19">
            <a:extLst xmlns:a="http://schemas.openxmlformats.org/drawingml/2006/main">
              <a:ext uri="{FF2B5EF4-FFF2-40B4-BE49-F238E27FC236}">
                <a16:creationId xmlns:a16="http://schemas.microsoft.com/office/drawing/2014/main" id="{67997FF3-D72D-4488-858E-7C93F530596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Google Shape;78;p19">
            <a:extLst xmlns:a="http://schemas.openxmlformats.org/drawingml/2006/main">
              <a:ext uri="{FF2B5EF4-FFF2-40B4-BE49-F238E27FC236}">
                <a16:creationId xmlns:a16="http://schemas.microsoft.com/office/drawing/2014/main" id="{BF993A89-F193-457A-B635-CF8729D918D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Google Shape;79;p19">
            <a:extLst xmlns:a="http://schemas.openxmlformats.org/drawingml/2006/main">
              <a:ext uri="{FF2B5EF4-FFF2-40B4-BE49-F238E27FC236}">
                <a16:creationId xmlns:a16="http://schemas.microsoft.com/office/drawing/2014/main" id="{BE549FEA-3D46-4024-922B-1ED711EE212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66f910509d646e3" /><Relationship Type="http://schemas.openxmlformats.org/officeDocument/2006/relationships/slideLayout" Target="/ppt/slideLayouts/slideLayout1.xml" Id="Ra524607ac7d34aa5" /><Relationship Type="http://schemas.openxmlformats.org/officeDocument/2006/relationships/slideLayout" Target="/ppt/slideLayouts/slideLayout2.xml" Id="R7e71acddb27a4115" /><Relationship Type="http://schemas.openxmlformats.org/officeDocument/2006/relationships/slideLayout" Target="/ppt/slideLayouts/slideLayout3.xml" Id="R1bdbf9573c554988" /><Relationship Type="http://schemas.openxmlformats.org/officeDocument/2006/relationships/slideLayout" Target="/ppt/slideLayouts/slideLayout4.xml" Id="R7ccd8185831a4d9e" /><Relationship Type="http://schemas.openxmlformats.org/officeDocument/2006/relationships/slideLayout" Target="/ppt/slideLayouts/slideLayout5.xml" Id="R439e518c9e404507" /><Relationship Type="http://schemas.openxmlformats.org/officeDocument/2006/relationships/slideLayout" Target="/ppt/slideLayouts/slideLayout6.xml" Id="Ra86cc5849bf941ad" /><Relationship Type="http://schemas.openxmlformats.org/officeDocument/2006/relationships/slideLayout" Target="/ppt/slideLayouts/slideLayout7.xml" Id="Rb89717087f424a3e" /><Relationship Type="http://schemas.openxmlformats.org/officeDocument/2006/relationships/slideLayout" Target="/ppt/slideLayouts/slideLayout8.xml" Id="R8ed070a4f8b54070" /><Relationship Type="http://schemas.openxmlformats.org/officeDocument/2006/relationships/slideLayout" Target="/ppt/slideLayouts/slideLayout9.xml" Id="R9d549beebbf74f73" /><Relationship Type="http://schemas.openxmlformats.org/officeDocument/2006/relationships/slideLayout" Target="/ppt/slideLayouts/slideLayout10.xml" Id="R43ad5c1f057f42ba" /><Relationship Type="http://schemas.openxmlformats.org/officeDocument/2006/relationships/slideLayout" Target="/ppt/slideLayouts/slideLayout11.xml" Id="Redba9498b469441c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8">
            <a:extLst xmlns:a="http://schemas.openxmlformats.org/drawingml/2006/main">
              <a:ext uri="{FF2B5EF4-FFF2-40B4-BE49-F238E27FC236}">
                <a16:creationId xmlns:a16="http://schemas.microsoft.com/office/drawing/2014/main" id="{3C734783-965A-4EDA-9124-1998AC655C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7" name="Google Shape;7;p8">
            <a:extLst xmlns:a="http://schemas.openxmlformats.org/drawingml/2006/main">
              <a:ext uri="{FF2B5EF4-FFF2-40B4-BE49-F238E27FC236}">
                <a16:creationId xmlns:a16="http://schemas.microsoft.com/office/drawing/2014/main" id="{A5DDF401-5ED2-44B8-BE25-393C8AAAEF7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8" name="Google Shape;8;p8">
            <a:extLst xmlns:a="http://schemas.openxmlformats.org/drawingml/2006/main">
              <a:ext uri="{FF2B5EF4-FFF2-40B4-BE49-F238E27FC236}">
                <a16:creationId xmlns:a16="http://schemas.microsoft.com/office/drawing/2014/main" id="{E400DD68-0F61-49DD-BB4C-726937AECF0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9" name="Google Shape;9;p8">
            <a:extLst xmlns:a="http://schemas.openxmlformats.org/drawingml/2006/main">
              <a:ext uri="{FF2B5EF4-FFF2-40B4-BE49-F238E27FC236}">
                <a16:creationId xmlns:a16="http://schemas.microsoft.com/office/drawing/2014/main" id="{10DF7DE8-2B59-4A87-8A17-48D5F6BB299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0" name="Google Shape;10;p8">
            <a:extLst xmlns:a="http://schemas.openxmlformats.org/drawingml/2006/main">
              <a:ext uri="{FF2B5EF4-FFF2-40B4-BE49-F238E27FC236}">
                <a16:creationId xmlns:a16="http://schemas.microsoft.com/office/drawing/2014/main" id="{6EEF2890-D9B3-4C04-B42B-87ABFA3E09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24607ac7d34aa5"/>
    <p:sldLayoutId xmlns:r="http://schemas.openxmlformats.org/officeDocument/2006/relationships" id="2147483650" r:id="R7e71acddb27a4115"/>
    <p:sldLayoutId xmlns:r="http://schemas.openxmlformats.org/officeDocument/2006/relationships" id="2147483651" r:id="R1bdbf9573c554988"/>
    <p:sldLayoutId xmlns:r="http://schemas.openxmlformats.org/officeDocument/2006/relationships" id="2147483652" r:id="R7ccd8185831a4d9e"/>
    <p:sldLayoutId xmlns:r="http://schemas.openxmlformats.org/officeDocument/2006/relationships" id="2147483653" r:id="R439e518c9e404507"/>
    <p:sldLayoutId xmlns:r="http://schemas.openxmlformats.org/officeDocument/2006/relationships" id="2147483654" r:id="Ra86cc5849bf941ad"/>
    <p:sldLayoutId xmlns:r="http://schemas.openxmlformats.org/officeDocument/2006/relationships" id="2147483655" r:id="Rb89717087f424a3e"/>
    <p:sldLayoutId xmlns:r="http://schemas.openxmlformats.org/officeDocument/2006/relationships" id="2147483656" r:id="R8ed070a4f8b54070"/>
    <p:sldLayoutId xmlns:r="http://schemas.openxmlformats.org/officeDocument/2006/relationships" id="2147483657" r:id="R9d549beebbf74f73"/>
    <p:sldLayoutId xmlns:r="http://schemas.openxmlformats.org/officeDocument/2006/relationships" id="2147483658" r:id="R43ad5c1f057f42ba"/>
    <p:sldLayoutId xmlns:r="http://schemas.openxmlformats.org/officeDocument/2006/relationships" id="2147483659" r:id="Redba9498b469441c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968aaee92b4fec" /><Relationship Type="http://schemas.openxmlformats.org/officeDocument/2006/relationships/image" Target="/ppt/media/image.jpeg" Id="R8cba1f9156e74f6d" /><Relationship Type="http://schemas.openxmlformats.org/officeDocument/2006/relationships/image" Target="/ppt/media/image.png" Id="Rccf9674272f74ced" /><Relationship Type="http://schemas.openxmlformats.org/officeDocument/2006/relationships/image" Target="/ppt/media/image2.png" Id="R73519699be114684" /><Relationship Type="http://schemas.openxmlformats.org/officeDocument/2006/relationships/image" Target="/ppt/media/image3.png" Id="R298c3954f02d4ff0" /><Relationship Type="http://schemas.openxmlformats.org/officeDocument/2006/relationships/image" Target="/ppt/media/image4.png" Id="Rc6b59d58233c42d6" /><Relationship Type="http://schemas.openxmlformats.org/officeDocument/2006/relationships/image" Target="/ppt/media/image5.png" Id="R45ff5f0a4f76410b" /><Relationship Type="http://schemas.openxmlformats.org/officeDocument/2006/relationships/image" Target="/ppt/media/image6.png" Id="Re1259779fa964881" /><Relationship Type="http://schemas.openxmlformats.org/officeDocument/2006/relationships/image" Target="/ppt/media/image7.png" Id="R7df2b3681cdf4992" /><Relationship Type="http://schemas.openxmlformats.org/officeDocument/2006/relationships/image" Target="/ppt/media/image8.png" Id="R068fc54bd4844ec6" /><Relationship Type="http://schemas.openxmlformats.org/officeDocument/2006/relationships/image" Target="/ppt/media/image9.png" Id="R97d719837e654611" /><Relationship Type="http://schemas.openxmlformats.org/officeDocument/2006/relationships/image" Target="/ppt/media/image10.png" Id="R03de9d39f3874dc2" /><Relationship Type="http://schemas.openxmlformats.org/officeDocument/2006/relationships/image" Target="/ppt/media/image11.png" Id="R6f3b1a8c6dfa4b7b" /><Relationship Type="http://schemas.openxmlformats.org/officeDocument/2006/relationships/image" Target="/ppt/media/image12.png" Id="Rdf0872e49ba949f0" /><Relationship Type="http://schemas.openxmlformats.org/officeDocument/2006/relationships/image" Target="/ppt/media/image13.png" Id="Rd854e203d8d94104" /><Relationship Type="http://schemas.openxmlformats.org/officeDocument/2006/relationships/image" Target="/ppt/media/image14.png" Id="R1c776b9d5a164232" /><Relationship Type="http://schemas.openxmlformats.org/officeDocument/2006/relationships/image" Target="/ppt/media/image15.png" Id="R6ee286f136ab4d3d" /><Relationship Type="http://schemas.openxmlformats.org/officeDocument/2006/relationships/notesSlide" Target="/ppt/notesSlides/notesSlide1.xml" Id="R2a3053bfe2f242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49e79349e84689" /><Relationship Type="http://schemas.openxmlformats.org/officeDocument/2006/relationships/image" Target="/ppt/media/image.jpeg" Id="R277c352e73814491" /><Relationship Type="http://schemas.openxmlformats.org/officeDocument/2006/relationships/image" Target="/ppt/media/image.png" Id="R9f4f007a76114f9f" /><Relationship Type="http://schemas.openxmlformats.org/officeDocument/2006/relationships/notesSlide" Target="/ppt/notesSlides/notesSlide2.xml" Id="Rf69bc7d4f6ce400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0ad5d2d3b24fbb" /><Relationship Type="http://schemas.openxmlformats.org/officeDocument/2006/relationships/image" Target="/ppt/media/image.jpeg" Id="R2b5c68a93e334f29" /><Relationship Type="http://schemas.openxmlformats.org/officeDocument/2006/relationships/image" Target="/ppt/media/image.png" Id="R304edc78282c49d3" /><Relationship Type="http://schemas.openxmlformats.org/officeDocument/2006/relationships/notesSlide" Target="/ppt/notesSlides/notesSlide3.xml" Id="R3a188d7ed4ed4e0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de1e772da44181" /><Relationship Type="http://schemas.openxmlformats.org/officeDocument/2006/relationships/image" Target="/ppt/media/image.jpeg" Id="R7f26ac8010b04eee" /><Relationship Type="http://schemas.openxmlformats.org/officeDocument/2006/relationships/image" Target="/ppt/media/image.png" Id="R815217ef657d49d3" /><Relationship Type="http://schemas.openxmlformats.org/officeDocument/2006/relationships/notesSlide" Target="/ppt/notesSlides/notesSlide4.xml" Id="R1c0b860512984cb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c3d42ca14e4bac" /><Relationship Type="http://schemas.openxmlformats.org/officeDocument/2006/relationships/image" Target="/ppt/media/image.jpeg" Id="R1d9004e29a4a4391" /><Relationship Type="http://schemas.openxmlformats.org/officeDocument/2006/relationships/image" Target="/ppt/media/image.png" Id="Rd8bcfb7333264d58" /><Relationship Type="http://schemas.openxmlformats.org/officeDocument/2006/relationships/notesSlide" Target="/ppt/notesSlides/notesSlide5.xml" Id="R7ee8c8579df640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3bb451c05e4392" /><Relationship Type="http://schemas.openxmlformats.org/officeDocument/2006/relationships/image" Target="/ppt/media/image.jpeg" Id="R6514b63f7d4e4948" /><Relationship Type="http://schemas.openxmlformats.org/officeDocument/2006/relationships/image" Target="/ppt/media/image.png" Id="R6aa9e60d1412426a" /><Relationship Type="http://schemas.openxmlformats.org/officeDocument/2006/relationships/notesSlide" Target="/ppt/notesSlides/notesSlide6.xml" Id="R7def4f96cf8f4a6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a77d415f3f4d30" /><Relationship Type="http://schemas.openxmlformats.org/officeDocument/2006/relationships/image" Target="/ppt/media/image.jpeg" Id="R14fbfe0d22374237" /><Relationship Type="http://schemas.openxmlformats.org/officeDocument/2006/relationships/image" Target="/ppt/media/image.png" Id="R91931b21ddc74a13" /><Relationship Type="http://schemas.openxmlformats.org/officeDocument/2006/relationships/notesSlide" Target="/ppt/notesSlides/notesSlide7.xml" Id="Rd261f2c576ba45d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Google Shape;84;p1">
            <a:extLst xmlns:a="http://schemas.openxmlformats.org/drawingml/2006/main">
              <a:ext uri="{FF2B5EF4-FFF2-40B4-BE49-F238E27FC236}">
                <a16:creationId xmlns:a16="http://schemas.microsoft.com/office/drawing/2014/main" id="{6DA2EEDD-4730-4AB3-A48F-8262FF1B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8cba1f9156e74f6d">
              <a:alphaModFix/>
            </a:blip>
            <a:stretch>
              <a:fillRect l="-7180" t="-19076" r="-3000" b="-11427"/>
            </a:stretch>
          </a:blipFill>
          <a:ln xmlns:a="http://schemas.openxmlformats.org/drawingml/2006/main">
            <a:noFill/>
          </a:ln>
        </p:spPr>
      </p:sp>
      <p:sp>
        <p:nvSpPr>
          <p:cNvPr id="85" name="Google Shape;85;p1">
            <a:extLst xmlns:a="http://schemas.openxmlformats.org/drawingml/2006/main">
              <a:ext uri="{FF2B5EF4-FFF2-40B4-BE49-F238E27FC236}">
                <a16:creationId xmlns:a16="http://schemas.microsoft.com/office/drawing/2014/main" id="{CFFFE74B-B666-4D6B-8E4D-4DB31C234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7038" y="-4518398"/>
            <a:ext cx="22188662" cy="18920878"/>
          </a:xfrm>
          <a:custGeom xmlns:a="http://schemas.openxmlformats.org/drawingml/2006/main">
            <a:rect l="l" t="t" r="r" b="b"/>
            <a:pathLst>
              <a:path w="22188662" h="18920878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ccf9674272f74ced">
              <a:alphaModFix/>
            </a:blip>
            <a:stretch>
              <a:fillRect l="0" t="0" r="0" b="0"/>
            </a:stretch>
          </a:blipFill>
          <a:ln xmlns:a="http://schemas.openxmlformats.org/drawingml/2006/main">
            <a:noFill/>
          </a:ln>
        </p:spPr>
      </p:sp>
      <p:sp>
        <p:nvSpPr>
          <p:cNvPr id="86" name="Google Shape;86;p1">
            <a:extLst xmlns:a="http://schemas.openxmlformats.org/drawingml/2006/main">
              <a:ext uri="{FF2B5EF4-FFF2-40B4-BE49-F238E27FC236}">
                <a16:creationId xmlns:a16="http://schemas.microsoft.com/office/drawing/2014/main" id="{092FCE71-E196-46D5-AEA1-AD44E8D7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325" y="307375"/>
            <a:ext cx="14692810" cy="1101598"/>
          </a:xfrm>
          <a:custGeom xmlns:a="http://schemas.openxmlformats.org/drawingml/2006/main">
            <a:rect l="l" t="t" r="r" b="b"/>
            <a:pathLst>
              <a:path w="14127702" h="1101598">
                <a:moveTo>
                  <a:pt x="0" y="0"/>
                </a:moveTo>
                <a:lnTo>
                  <a:pt x="14127702" y="0"/>
                </a:lnTo>
                <a:lnTo>
                  <a:pt x="14127702" y="1101598"/>
                </a:lnTo>
                <a:lnTo>
                  <a:pt x="0" y="110159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73519699be114684">
              <a:alphaModFix/>
            </a:blip>
            <a:stretch>
              <a:fillRect l="-953" t="-10072" r="-12923" b="-10072"/>
            </a:stretch>
          </a:blipFill>
          <a:ln xmlns:a="http://schemas.openxmlformats.org/drawingml/2006/main">
            <a:noFill/>
          </a:ln>
        </p:spPr>
      </p:sp>
      <p:sp>
        <p:nvSpPr>
          <p:cNvPr id="87" name="Google Shape;87;p1">
            <a:extLst xmlns:a="http://schemas.openxmlformats.org/drawingml/2006/main">
              <a:ext uri="{FF2B5EF4-FFF2-40B4-BE49-F238E27FC236}">
                <a16:creationId xmlns:a16="http://schemas.microsoft.com/office/drawing/2014/main" id="{EC1B82A9-ADF0-41DC-86E3-FB33FDBA4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320" y="362859"/>
            <a:ext cx="610238" cy="832142"/>
          </a:xfrm>
          <a:custGeom xmlns:a="http://schemas.openxmlformats.org/drawingml/2006/main">
            <a:rect l="l" t="t" r="r" b="b"/>
            <a:pathLst>
              <a:path w="610238" h="832142">
                <a:moveTo>
                  <a:pt x="0" y="0"/>
                </a:moveTo>
                <a:lnTo>
                  <a:pt x="610237" y="0"/>
                </a:lnTo>
                <a:lnTo>
                  <a:pt x="610237" y="832142"/>
                </a:lnTo>
                <a:lnTo>
                  <a:pt x="0" y="83214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298c3954f02d4ff0">
              <a:alphaModFix/>
            </a:blip>
            <a:stretch>
              <a:fillRect l="0" t="0" r="0" b="0"/>
            </a:stretch>
          </a:blipFill>
          <a:ln xmlns:a="http://schemas.openxmlformats.org/drawingml/2006/main">
            <a:noFill/>
          </a:ln>
        </p:spPr>
      </p:sp>
      <p:sp>
        <p:nvSpPr>
          <p:cNvPr id="88" name="Google Shape;88;p1">
            <a:extLst xmlns:a="http://schemas.openxmlformats.org/drawingml/2006/main">
              <a:ext uri="{FF2B5EF4-FFF2-40B4-BE49-F238E27FC236}">
                <a16:creationId xmlns:a16="http://schemas.microsoft.com/office/drawing/2014/main" id="{E0D28785-B628-4E82-9DED-729302F0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5789" y="372692"/>
            <a:ext cx="901250" cy="901250"/>
          </a:xfrm>
          <a:custGeom xmlns:a="http://schemas.openxmlformats.org/drawingml/2006/main">
            <a:rect l="l" t="t" r="r" b="b"/>
            <a:pathLst>
              <a:path w="901250" h="901250">
                <a:moveTo>
                  <a:pt x="0" y="0"/>
                </a:moveTo>
                <a:lnTo>
                  <a:pt x="901249" y="0"/>
                </a:lnTo>
                <a:lnTo>
                  <a:pt x="901249" y="901249"/>
                </a:lnTo>
                <a:lnTo>
                  <a:pt x="0" y="90124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c6b59d58233c42d6">
              <a:alphaModFix/>
            </a:blip>
            <a:stretch>
              <a:fillRect l="0" t="0" r="0" b="0"/>
            </a:stretch>
          </a:blipFill>
          <a:ln xmlns:a="http://schemas.openxmlformats.org/drawingml/2006/main">
            <a:noFill/>
          </a:ln>
        </p:spPr>
      </p:sp>
      <p:sp>
        <p:nvSpPr>
          <p:cNvPr id="89" name="Google Shape;89;p1">
            <a:extLst xmlns:a="http://schemas.openxmlformats.org/drawingml/2006/main">
              <a:ext uri="{FF2B5EF4-FFF2-40B4-BE49-F238E27FC236}">
                <a16:creationId xmlns:a16="http://schemas.microsoft.com/office/drawing/2014/main" id="{B23BA27E-0B94-4B35-A158-27D4D498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8758" y="488306"/>
            <a:ext cx="1172861" cy="616220"/>
          </a:xfrm>
          <a:custGeom xmlns:a="http://schemas.openxmlformats.org/drawingml/2006/main">
            <a:rect l="l" t="t" r="r" b="b"/>
            <a:pathLst>
              <a:path w="1172861" h="616220">
                <a:moveTo>
                  <a:pt x="0" y="0"/>
                </a:moveTo>
                <a:lnTo>
                  <a:pt x="1172860" y="0"/>
                </a:lnTo>
                <a:lnTo>
                  <a:pt x="1172860" y="616220"/>
                </a:lnTo>
                <a:lnTo>
                  <a:pt x="0" y="61622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45ff5f0a4f76410b">
              <a:alphaModFix/>
            </a:blip>
            <a:stretch>
              <a:fillRect l="0" t="0" r="0" b="0"/>
            </a:stretch>
          </a:blipFill>
          <a:ln xmlns:a="http://schemas.openxmlformats.org/drawingml/2006/main">
            <a:noFill/>
          </a:ln>
        </p:spPr>
      </p:sp>
      <p:sp>
        <p:nvSpPr>
          <p:cNvPr id="90" name="Google Shape;90;p1">
            <a:extLst xmlns:a="http://schemas.openxmlformats.org/drawingml/2006/main">
              <a:ext uri="{FF2B5EF4-FFF2-40B4-BE49-F238E27FC236}">
                <a16:creationId xmlns:a16="http://schemas.microsoft.com/office/drawing/2014/main" id="{E01F175C-C50A-46C5-9E08-6CC4CE165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6638" y="538306"/>
            <a:ext cx="1721890" cy="626142"/>
          </a:xfrm>
          <a:custGeom xmlns:a="http://schemas.openxmlformats.org/drawingml/2006/main">
            <a:rect l="l" t="t" r="r" b="b"/>
            <a:pathLst>
              <a:path w="1721890" h="626142">
                <a:moveTo>
                  <a:pt x="0" y="0"/>
                </a:moveTo>
                <a:lnTo>
                  <a:pt x="1721890" y="0"/>
                </a:lnTo>
                <a:lnTo>
                  <a:pt x="1721890" y="626142"/>
                </a:lnTo>
                <a:lnTo>
                  <a:pt x="0" y="62614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e1259779fa964881">
              <a:alphaModFix/>
            </a:blip>
            <a:stretch>
              <a:fillRect l="-72694" t="-170790" r="-73660" b="-156816"/>
            </a:stretch>
          </a:blipFill>
          <a:ln xmlns:a="http://schemas.openxmlformats.org/drawingml/2006/main">
            <a:noFill/>
          </a:ln>
        </p:spPr>
      </p:sp>
      <p:sp>
        <p:nvSpPr>
          <p:cNvPr id="91" name="Google Shape;91;p1">
            <a:extLst xmlns:a="http://schemas.openxmlformats.org/drawingml/2006/main">
              <a:ext uri="{FF2B5EF4-FFF2-40B4-BE49-F238E27FC236}">
                <a16:creationId xmlns:a16="http://schemas.microsoft.com/office/drawing/2014/main" id="{F4268154-97ED-4ED3-9371-43676EC3F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28" y="488306"/>
            <a:ext cx="1474047" cy="670021"/>
          </a:xfrm>
          <a:custGeom xmlns:a="http://schemas.openxmlformats.org/drawingml/2006/main">
            <a:rect l="l" t="t" r="r" b="b"/>
            <a:pathLst>
              <a:path w="1474047" h="670021">
                <a:moveTo>
                  <a:pt x="0" y="0"/>
                </a:moveTo>
                <a:lnTo>
                  <a:pt x="1474047" y="0"/>
                </a:lnTo>
                <a:lnTo>
                  <a:pt x="1474047" y="670021"/>
                </a:lnTo>
                <a:lnTo>
                  <a:pt x="0" y="67002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7df2b3681cdf4992">
              <a:alphaModFix/>
            </a:blip>
            <a:stretch>
              <a:fillRect l="-16057" t="-88646" r="-11397" b="-91756"/>
            </a:stretch>
          </a:blipFill>
          <a:ln xmlns:a="http://schemas.openxmlformats.org/drawingml/2006/main">
            <a:noFill/>
          </a:ln>
        </p:spPr>
      </p:sp>
      <p:sp>
        <p:nvSpPr>
          <p:cNvPr id="92" name="Google Shape;92;p1">
            <a:extLst xmlns:a="http://schemas.openxmlformats.org/drawingml/2006/main">
              <a:ext uri="{FF2B5EF4-FFF2-40B4-BE49-F238E27FC236}">
                <a16:creationId xmlns:a16="http://schemas.microsoft.com/office/drawing/2014/main" id="{57DC47AF-99F6-458E-91FB-413568F5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1775" y="488306"/>
            <a:ext cx="2677383" cy="585678"/>
          </a:xfrm>
          <a:custGeom xmlns:a="http://schemas.openxmlformats.org/drawingml/2006/main">
            <a:rect l="l" t="t" r="r" b="b"/>
            <a:pathLst>
              <a:path w="2677383" h="585678">
                <a:moveTo>
                  <a:pt x="0" y="0"/>
                </a:moveTo>
                <a:lnTo>
                  <a:pt x="2677383" y="0"/>
                </a:lnTo>
                <a:lnTo>
                  <a:pt x="2677383" y="585677"/>
                </a:lnTo>
                <a:lnTo>
                  <a:pt x="0" y="58567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068fc54bd4844ec6">
              <a:alphaModFix/>
            </a:blip>
            <a:stretch>
              <a:fillRect l="0" t="0" r="0" b="0"/>
            </a:stretch>
          </a:blipFill>
          <a:ln xmlns:a="http://schemas.openxmlformats.org/drawingml/2006/main">
            <a:noFill/>
          </a:ln>
        </p:spPr>
      </p:sp>
      <p:sp>
        <p:nvSpPr>
          <p:cNvPr id="93" name="Google Shape;93;p1">
            <a:extLst xmlns:a="http://schemas.openxmlformats.org/drawingml/2006/main">
              <a:ext uri="{FF2B5EF4-FFF2-40B4-BE49-F238E27FC236}">
                <a16:creationId xmlns:a16="http://schemas.microsoft.com/office/drawing/2014/main" id="{0EE76D6F-4D6C-41B4-B1B6-66F8BF23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9315" y="481156"/>
            <a:ext cx="1655535" cy="461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52" b="0" i="0" u="none" cap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MANIPAL</a:t>
            </a:r>
            <a:endParaRPr/>
          </a:p>
        </p:txBody>
      </p:sp>
      <p:sp>
        <p:nvSpPr>
          <p:cNvPr id="94" name="Google Shape;94;p1">
            <a:extLst xmlns:a="http://schemas.openxmlformats.org/drawingml/2006/main">
              <a:ext uri="{FF2B5EF4-FFF2-40B4-BE49-F238E27FC236}">
                <a16:creationId xmlns:a16="http://schemas.microsoft.com/office/drawing/2014/main" id="{979DC45C-7467-4DF4-936D-A9ABE283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9315" y="833903"/>
            <a:ext cx="1655535" cy="302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400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23" b="0" i="0" u="none" cap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ACADEMY OF HIGHER EDUCATION</a:t>
            </a:r>
            <a:endParaRPr/>
          </a:p>
        </p:txBody>
      </p:sp>
      <p:sp>
        <p:nvSpPr>
          <p:cNvPr id="95" name="Google Shape;95;p1">
            <a:extLst xmlns:a="http://schemas.openxmlformats.org/drawingml/2006/main">
              <a:ext uri="{FF2B5EF4-FFF2-40B4-BE49-F238E27FC236}">
                <a16:creationId xmlns:a16="http://schemas.microsoft.com/office/drawing/2014/main" id="{988C6304-4E71-4038-A98C-763A8DBD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9315" y="1098287"/>
            <a:ext cx="1655535" cy="132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400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46" b="0" i="1" u="none" cap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Institution of Embrace Diamant in the University</a:t>
            </a:r>
            <a:endParaRPr/>
          </a:p>
        </p:txBody>
      </p:sp>
      <p:sp>
        <p:nvSpPr>
          <p:cNvPr id="96" name="Google Shape;96;p1">
            <a:extLst xmlns:a="http://schemas.openxmlformats.org/drawingml/2006/main">
              <a:ext uri="{FF2B5EF4-FFF2-40B4-BE49-F238E27FC236}">
                <a16:creationId xmlns:a16="http://schemas.microsoft.com/office/drawing/2014/main" id="{5E738B3E-1E70-45AE-9366-F5006136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3869391"/>
            <a:ext cx="6143625" cy="6417609"/>
          </a:xfrm>
          <a:custGeom xmlns:a="http://schemas.openxmlformats.org/drawingml/2006/main">
            <a:rect l="l" t="t" r="r" b="b"/>
            <a:pathLst>
              <a:path w="6143625" h="6417609">
                <a:moveTo>
                  <a:pt x="0" y="0"/>
                </a:moveTo>
                <a:lnTo>
                  <a:pt x="6143625" y="0"/>
                </a:lnTo>
                <a:lnTo>
                  <a:pt x="6143625" y="6417609"/>
                </a:lnTo>
                <a:lnTo>
                  <a:pt x="0" y="641760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97d719837e654611">
              <a:alphaModFix/>
            </a:blip>
            <a:stretch>
              <a:fillRect l="0" t="0" r="0" b="-4932"/>
            </a:stretch>
          </a:blipFill>
          <a:ln xmlns:a="http://schemas.openxmlformats.org/drawingml/2006/main">
            <a:noFill/>
          </a:ln>
        </p:spPr>
      </p:sp>
      <p:sp>
        <p:nvSpPr>
          <p:cNvPr id="98" name="Google Shape;98;p1">
            <a:extLst xmlns:a="http://schemas.openxmlformats.org/drawingml/2006/main">
              <a:ext uri="{FF2B5EF4-FFF2-40B4-BE49-F238E27FC236}">
                <a16:creationId xmlns:a16="http://schemas.microsoft.com/office/drawing/2014/main" id="{33C73252-D6A3-4008-8BF3-1EBE972C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8041" y="1593199"/>
            <a:ext cx="9941280" cy="3011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468" b="0" i="0" u="none" cap="none">
                <a:solidFill>
                  <a:srgbClr val="5DE0E6"/>
                </a:solidFill>
                <a:latin typeface="Times"/>
                <a:ea typeface="Times"/>
                <a:cs typeface="Times"/>
              </a:rPr>
              <a:t>ScopeShift</a:t>
            </a:r>
            <a:endParaRPr/>
          </a:p>
        </p:txBody>
      </p:sp>
      <p:sp>
        <p:nvSpPr>
          <p:cNvPr id="99" name="Google Shape;99;p1">
            <a:extLst xmlns:a="http://schemas.openxmlformats.org/drawingml/2006/main">
              <a:ext uri="{FF2B5EF4-FFF2-40B4-BE49-F238E27FC236}">
                <a16:creationId xmlns:a16="http://schemas.microsoft.com/office/drawing/2014/main" id="{39A0E31D-C806-403D-BFBC-60EA4451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02819" y="3901155"/>
            <a:ext cx="7010234" cy="785600"/>
          </a:xfrm>
          <a:custGeom xmlns:a="http://schemas.openxmlformats.org/drawingml/2006/main">
            <a:rect l="l" t="t" r="r" b="b"/>
            <a:pathLst>
              <a:path w="8394485" h="1047467">
                <a:moveTo>
                  <a:pt x="0" y="0"/>
                </a:moveTo>
                <a:lnTo>
                  <a:pt x="8394485" y="0"/>
                </a:lnTo>
                <a:lnTo>
                  <a:pt x="8394485" y="1047467"/>
                </a:lnTo>
                <a:lnTo>
                  <a:pt x="0" y="104746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03de9d39f3874dc2">
              <a:alphaModFix/>
            </a:blip>
            <a:stretch>
              <a:fillRect l="-1933" t="-18310" r="-1581" b="0"/>
            </a:stretch>
          </a:blipFill>
          <a:ln xmlns:a="http://schemas.openxmlformats.org/drawingml/2006/main">
            <a:noFill/>
          </a:ln>
        </p:spPr>
      </p:sp>
      <p:sp>
        <p:nvSpPr>
          <p:cNvPr id="100" name="Google Shape;100;p1">
            <a:extLst xmlns:a="http://schemas.openxmlformats.org/drawingml/2006/main">
              <a:ext uri="{FF2B5EF4-FFF2-40B4-BE49-F238E27FC236}">
                <a16:creationId xmlns:a16="http://schemas.microsoft.com/office/drawing/2014/main" id="{4E35C186-CF47-43D0-A471-C13775A1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700" y="4675690"/>
            <a:ext cx="10533832" cy="1847819"/>
          </a:xfrm>
          <a:custGeom xmlns:a="http://schemas.openxmlformats.org/drawingml/2006/main">
            <a:rect l="l" t="t" r="r" b="b"/>
            <a:pathLst>
              <a:path w="12613857" h="2463759">
                <a:moveTo>
                  <a:pt x="0" y="0"/>
                </a:moveTo>
                <a:lnTo>
                  <a:pt x="12613857" y="0"/>
                </a:lnTo>
                <a:lnTo>
                  <a:pt x="12613857" y="2463759"/>
                </a:lnTo>
                <a:lnTo>
                  <a:pt x="0" y="246375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6f3b1a8c6dfa4b7b">
              <a:alphaModFix/>
            </a:blip>
            <a:stretch>
              <a:fillRect l="0" t="0" r="0" b="0"/>
            </a:stretch>
          </a:blipFill>
          <a:ln xmlns:a="http://schemas.openxmlformats.org/drawingml/2006/main">
            <a:noFill/>
          </a:ln>
        </p:spPr>
      </p:sp>
      <p:sp>
        <p:nvSpPr>
          <p:cNvPr id="101" name="Google Shape;101;p1">
            <a:extLst xmlns:a="http://schemas.openxmlformats.org/drawingml/2006/main">
              <a:ext uri="{FF2B5EF4-FFF2-40B4-BE49-F238E27FC236}">
                <a16:creationId xmlns:a16="http://schemas.microsoft.com/office/drawing/2014/main" id="{8F0B027A-5DB1-4CB7-8E10-E74D90725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03636" y="5129347"/>
            <a:ext cx="480490" cy="929442"/>
          </a:xfrm>
          <a:custGeom xmlns:a="http://schemas.openxmlformats.org/drawingml/2006/main">
            <a:rect l="l" t="t" r="r" b="b"/>
            <a:pathLst>
              <a:path w="575369" h="1239256">
                <a:moveTo>
                  <a:pt x="0" y="0"/>
                </a:moveTo>
                <a:lnTo>
                  <a:pt x="575369" y="0"/>
                </a:lnTo>
                <a:lnTo>
                  <a:pt x="575369" y="1239256"/>
                </a:lnTo>
                <a:lnTo>
                  <a:pt x="0" y="123925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df0872e49ba949f0">
              <a:alphaModFix/>
            </a:blip>
            <a:stretch>
              <a:fillRect l="0" t="0" r="0" b="0"/>
            </a:stretch>
          </a:blipFill>
          <a:ln xmlns:a="http://schemas.openxmlformats.org/drawingml/2006/main">
            <a:noFill/>
          </a:ln>
        </p:spPr>
      </p:sp>
      <p:sp>
        <p:nvSpPr>
          <p:cNvPr id="102" name="Google Shape;102;p1">
            <a:extLst xmlns:a="http://schemas.openxmlformats.org/drawingml/2006/main">
              <a:ext uri="{FF2B5EF4-FFF2-40B4-BE49-F238E27FC236}">
                <a16:creationId xmlns:a16="http://schemas.microsoft.com/office/drawing/2014/main" id="{E7D3E62E-EEE8-4C68-B4AB-085ABEBD1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85339" y="5129347"/>
            <a:ext cx="61601" cy="929442"/>
          </a:xfrm>
          <a:custGeom xmlns:a="http://schemas.openxmlformats.org/drawingml/2006/main">
            <a:rect l="l" t="t" r="r" b="b"/>
            <a:pathLst>
              <a:path w="73765" h="1239256">
                <a:moveTo>
                  <a:pt x="0" y="0"/>
                </a:moveTo>
                <a:lnTo>
                  <a:pt x="73765" y="0"/>
                </a:lnTo>
                <a:lnTo>
                  <a:pt x="73765" y="1239256"/>
                </a:lnTo>
                <a:lnTo>
                  <a:pt x="0" y="123925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d854e203d8d94104">
              <a:alphaModFix/>
            </a:blip>
            <a:stretch>
              <a:fillRect l="-20000" t="0" r="-280000" b="0"/>
            </a:stretch>
          </a:blipFill>
          <a:ln xmlns:a="http://schemas.openxmlformats.org/drawingml/2006/main">
            <a:noFill/>
          </a:ln>
        </p:spPr>
      </p:sp>
      <p:sp>
        <p:nvSpPr>
          <p:cNvPr id="103" name="Google Shape;103;p1">
            <a:extLst xmlns:a="http://schemas.openxmlformats.org/drawingml/2006/main">
              <a:ext uri="{FF2B5EF4-FFF2-40B4-BE49-F238E27FC236}">
                <a16:creationId xmlns:a16="http://schemas.microsoft.com/office/drawing/2014/main" id="{D8A84C15-17CD-4AC3-A109-0A8DC59E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63811" y="4019589"/>
            <a:ext cx="6030507" cy="13240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20" b="1" i="0" u="none" cap="none">
                <a:solidFill>
                  <a:srgbClr val="004944"/>
                </a:solidFill>
                <a:latin typeface="Arial"/>
                <a:ea typeface="Arial"/>
                <a:cs typeface="Arial"/>
              </a:rPr>
              <a:t>Evidence-governed BRD generation</a:t>
            </a:r>
            <a:endParaRPr/>
          </a:p>
        </p:txBody>
      </p:sp>
      <p:sp>
        <p:nvSpPr>
          <p:cNvPr id="104" name="Google Shape;104;p1">
            <a:extLst xmlns:a="http://schemas.openxmlformats.org/drawingml/2006/main">
              <a:ext uri="{FF2B5EF4-FFF2-40B4-BE49-F238E27FC236}">
                <a16:creationId xmlns:a16="http://schemas.microsoft.com/office/drawing/2014/main" id="{0E2C974D-952A-4881-8666-31E1472D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51758" y="5123932"/>
            <a:ext cx="2018520" cy="9031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938" b="1" i="0" u="none" cap="none">
                <a:solidFill>
                  <a:srgbClr val="5DE0E6"/>
                </a:solidFill>
                <a:latin typeface="Arial"/>
                <a:ea typeface="Arial"/>
                <a:cs typeface="Arial"/>
              </a:rPr>
              <a:t>PS42</a:t>
            </a:r>
            <a:endParaRPr/>
          </a:p>
        </p:txBody>
      </p:sp>
      <p:sp>
        <p:nvSpPr>
          <p:cNvPr id="105" name="Google Shape;105;p1">
            <a:extLst xmlns:a="http://schemas.openxmlformats.org/drawingml/2006/main">
              <a:ext uri="{FF2B5EF4-FFF2-40B4-BE49-F238E27FC236}">
                <a16:creationId xmlns:a16="http://schemas.microsoft.com/office/drawing/2014/main" id="{B4A37DA9-B998-4FAF-A472-93046BE6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03886" y="5533963"/>
            <a:ext cx="2901638" cy="55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199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44" b="1" i="0" u="none" cap="none">
                <a:solidFill>
                  <a:srgbClr val="004944"/>
                </a:solidFill>
                <a:latin typeface="Arial"/>
                <a:ea typeface="Arial"/>
                <a:cs typeface="Arial"/>
              </a:rPr>
              <a:t>A working product path</a:t>
            </a:r>
            <a:endParaRPr/>
          </a:p>
        </p:txBody>
      </p:sp>
      <p:sp>
        <p:nvSpPr>
          <p:cNvPr id="106" name="Google Shape;106;p1">
            <a:extLst xmlns:a="http://schemas.openxmlformats.org/drawingml/2006/main">
              <a:ext uri="{FF2B5EF4-FFF2-40B4-BE49-F238E27FC236}">
                <a16:creationId xmlns:a16="http://schemas.microsoft.com/office/drawing/2014/main" id="{D040551C-33B6-47BE-B7F1-E7D3CF32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03143" y="5908108"/>
            <a:ext cx="1160705" cy="5861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20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2" b="1" i="0" u="none" cap="none">
                <a:solidFill>
                  <a:srgbClr val="004944"/>
                </a:solidFill>
                <a:latin typeface="Arial"/>
                <a:ea typeface="Arial"/>
                <a:cs typeface="Arial"/>
              </a:rPr>
              <a:t>HACK SPRINT</a:t>
            </a:r>
            <a:endParaRPr/>
          </a:p>
        </p:txBody>
      </p:sp>
      <p:sp>
        <p:nvSpPr>
          <p:cNvPr id="107" name="Google Shape;107;p1">
            <a:extLst xmlns:a="http://schemas.openxmlformats.org/drawingml/2006/main">
              <a:ext uri="{FF2B5EF4-FFF2-40B4-BE49-F238E27FC236}">
                <a16:creationId xmlns:a16="http://schemas.microsoft.com/office/drawing/2014/main" id="{02B9F51F-A36E-4F6F-A83F-D74A1E6A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83292" y="5175380"/>
            <a:ext cx="1917556" cy="259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85" b="1" i="0" u="none" cap="none">
                <a:solidFill>
                  <a:srgbClr val="004944"/>
                </a:solidFill>
                <a:latin typeface="Arial"/>
                <a:ea typeface="Arial"/>
                <a:cs typeface="Arial"/>
              </a:rPr>
              <a:t>VENUE DETAILS</a:t>
            </a:r>
            <a:endParaRPr/>
          </a:p>
        </p:txBody>
      </p:sp>
      <p:sp>
        <p:nvSpPr>
          <p:cNvPr id="108" name="Google Shape;108;p1">
            <a:extLst xmlns:a="http://schemas.openxmlformats.org/drawingml/2006/main">
              <a:ext uri="{FF2B5EF4-FFF2-40B4-BE49-F238E27FC236}">
                <a16:creationId xmlns:a16="http://schemas.microsoft.com/office/drawing/2014/main" id="{16646F8F-8BA2-461C-8D56-13BFFCBEB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97950" y="5415397"/>
            <a:ext cx="1362632" cy="9244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85" b="1" i="0" u="none" cap="none">
                <a:solidFill>
                  <a:srgbClr val="004944"/>
                </a:solidFill>
                <a:latin typeface="Arial"/>
                <a:ea typeface="Arial"/>
                <a:cs typeface="Arial"/>
              </a:rPr>
              <a:t>17–18 OCTOBER 2026</a:t>
            </a:r>
            <a:endParaRPr/>
          </a:p>
        </p:txBody>
      </p:sp>
      <p:sp>
        <p:nvSpPr>
          <p:cNvPr id="109" name="Google Shape;109;p1">
            <a:extLst xmlns:a="http://schemas.openxmlformats.org/drawingml/2006/main">
              <a:ext uri="{FF2B5EF4-FFF2-40B4-BE49-F238E27FC236}">
                <a16:creationId xmlns:a16="http://schemas.microsoft.com/office/drawing/2014/main" id="{97B418AB-BD20-4726-B9D0-A8C45E752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92384" y="5705074"/>
            <a:ext cx="2018520" cy="3081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85" b="0" i="0" u="none" cap="none">
                <a:solidFill>
                  <a:srgbClr val="004944"/>
                </a:solidFill>
                <a:latin typeface="Arial"/>
                <a:ea typeface="Arial"/>
                <a:cs typeface="Arial"/>
              </a:rPr>
              <a:t>24-hour build</a:t>
            </a:r>
            <a:endParaRPr/>
          </a:p>
        </p:txBody>
      </p:sp>
      <p:sp>
        <p:nvSpPr>
          <p:cNvPr id="111" name="Google Shape;111;p1">
            <a:extLst xmlns:a="http://schemas.openxmlformats.org/drawingml/2006/main">
              <a:ext uri="{FF2B5EF4-FFF2-40B4-BE49-F238E27FC236}">
                <a16:creationId xmlns:a16="http://schemas.microsoft.com/office/drawing/2014/main" id="{B40370E1-47B0-4A10-BD39-3BB12528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6813" y="8715375"/>
            <a:ext cx="14049375" cy="1085850"/>
          </a:xfrm>
          <a:custGeom xmlns:a="http://schemas.openxmlformats.org/drawingml/2006/main">
            <a:rect l="l" t="t" r="r" b="b"/>
            <a:pathLst>
              <a:path w="18732500" h="1447800">
                <a:moveTo>
                  <a:pt x="0" y="0"/>
                </a:moveTo>
                <a:lnTo>
                  <a:pt x="18732500" y="0"/>
                </a:lnTo>
                <a:lnTo>
                  <a:pt x="18732500" y="1447800"/>
                </a:lnTo>
                <a:lnTo>
                  <a:pt x="0" y="1447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1c776b9d5a164232">
              <a:alphaModFix/>
            </a:blip>
            <a:stretch>
              <a:fillRect l="-542" t="-9649" r="-1084" b="-18422"/>
            </a:stretch>
          </a:blipFill>
          <a:ln xmlns:a="http://schemas.openxmlformats.org/drawingml/2006/main">
            <a:noFill/>
          </a:ln>
        </p:spPr>
      </p:sp>
      <p:sp>
        <p:nvSpPr>
          <p:cNvPr id="112" name="Google Shape;112;p1">
            <a:extLst xmlns:a="http://schemas.openxmlformats.org/drawingml/2006/main">
              <a:ext uri="{FF2B5EF4-FFF2-40B4-BE49-F238E27FC236}">
                <a16:creationId xmlns:a16="http://schemas.microsoft.com/office/drawing/2014/main" id="{2976804C-5C20-4F9D-B255-7DB21D3E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62699" y="9075467"/>
            <a:ext cx="1972428" cy="431851"/>
          </a:xfrm>
          <a:custGeom xmlns:a="http://schemas.openxmlformats.org/drawingml/2006/main">
            <a:rect l="l" t="t" r="r" b="b"/>
            <a:pathLst>
              <a:path w="2629904" h="575802">
                <a:moveTo>
                  <a:pt x="0" y="0"/>
                </a:moveTo>
                <a:lnTo>
                  <a:pt x="2629904" y="0"/>
                </a:lnTo>
                <a:lnTo>
                  <a:pt x="2629904" y="575802"/>
                </a:lnTo>
                <a:lnTo>
                  <a:pt x="0" y="57580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6ee286f136ab4d3d">
              <a:alphaModFix/>
            </a:blip>
            <a:stretch>
              <a:fillRect l="0" t="0" r="0" b="0"/>
            </a:stretch>
          </a:blipFill>
          <a:ln xmlns:a="http://schemas.openxmlformats.org/drawingml/2006/main">
            <a:noFill/>
          </a:ln>
        </p:spPr>
      </p:sp>
      <p:sp>
        <p:nvSpPr>
          <p:cNvPr id="113" name="Google Shape;113;p1">
            <a:extLst xmlns:a="http://schemas.openxmlformats.org/drawingml/2006/main">
              <a:ext uri="{FF2B5EF4-FFF2-40B4-BE49-F238E27FC236}">
                <a16:creationId xmlns:a16="http://schemas.microsoft.com/office/drawing/2014/main" id="{DB2677EF-B23D-4466-94EA-37D52FC6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95817" y="8884941"/>
            <a:ext cx="1248460" cy="6223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400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4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REGISTER NOW</a:t>
            </a:r>
            <a:endParaRPr/>
          </a:p>
        </p:txBody>
      </p:sp>
      <p:sp>
        <p:nvSpPr>
          <p:cNvPr id="114" name="Google Shape;114;p1">
            <a:extLst xmlns:a="http://schemas.openxmlformats.org/drawingml/2006/main">
              <a:ext uri="{FF2B5EF4-FFF2-40B4-BE49-F238E27FC236}">
                <a16:creationId xmlns:a16="http://schemas.microsoft.com/office/drawing/2014/main" id="{FF74C49C-E0A4-434B-986F-C9D62FD9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45923" y="8904959"/>
            <a:ext cx="1306982" cy="575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6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21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Team Size</a:t>
            </a:r>
            <a:endParaRPr/>
          </a:p>
          <a:p xmlns:a="http://schemas.openxmlformats.org/drawingml/2006/main">
            <a:pPr marL="0" marR="0" lvl="0" indent="0" algn="ctr">
              <a:lnSpc>
                <a:spcPct val="16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21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1-4 Members</a:t>
            </a:r>
            <a:endParaRPr/>
          </a:p>
        </p:txBody>
      </p:sp>
      <p:sp>
        <p:nvSpPr>
          <p:cNvPr id="115" name="Google Shape;115;p1">
            <a:extLst xmlns:a="http://schemas.openxmlformats.org/drawingml/2006/main">
              <a:ext uri="{FF2B5EF4-FFF2-40B4-BE49-F238E27FC236}">
                <a16:creationId xmlns:a16="http://schemas.microsoft.com/office/drawing/2014/main" id="{A6670CC9-20D8-4187-8C48-7E686D27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88822" y="8812989"/>
            <a:ext cx="1604787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u="none" cap="none">
                <a:solidFill>
                  <a:srgbClr val="FFFFFF"/>
                </a:solidFill>
                <a:latin typeface="Playfair Display SemiBold"/>
                <a:ea typeface="Playfair Display SemiBold"/>
                <a:cs typeface="Playfair Display SemiBold"/>
              </a:rPr>
              <a:t>ORGANIZED BY:</a:t>
            </a:r>
            <a:endParaRPr/>
          </a:p>
        </p:txBody>
      </p:sp>
      <p:sp>
        <p:nvSpPr>
          <p:cNvPr id="116" name="Google Shape;116;p1">
            <a:extLst xmlns:a="http://schemas.openxmlformats.org/drawingml/2006/main">
              <a:ext uri="{FF2B5EF4-FFF2-40B4-BE49-F238E27FC236}">
                <a16:creationId xmlns:a16="http://schemas.microsoft.com/office/drawing/2014/main" id="{9132CD3F-3C34-4F62-A870-244824E09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43268" y="8889546"/>
            <a:ext cx="540839" cy="737508"/>
          </a:xfrm>
          <a:custGeom xmlns:a="http://schemas.openxmlformats.org/drawingml/2006/main">
            <a:rect l="l" t="t" r="r" b="b"/>
            <a:pathLst>
              <a:path w="721119" h="983344">
                <a:moveTo>
                  <a:pt x="0" y="0"/>
                </a:moveTo>
                <a:lnTo>
                  <a:pt x="721119" y="0"/>
                </a:lnTo>
                <a:lnTo>
                  <a:pt x="721119" y="983344"/>
                </a:lnTo>
                <a:lnTo>
                  <a:pt x="0" y="98334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298c3954f02d4ff0">
              <a:alphaModFix/>
            </a:blip>
            <a:stretch>
              <a:fillRect l="0" t="0" r="0" b="0"/>
            </a:stretch>
          </a:blipFill>
          <a:ln xmlns:a="http://schemas.openxmlformats.org/drawingml/2006/main">
            <a:noFill/>
          </a:ln>
        </p:spPr>
      </p:sp>
      <p:sp>
        <p:nvSpPr>
          <p:cNvPr id="117" name="Google Shape;117;p1">
            <a:extLst xmlns:a="http://schemas.openxmlformats.org/drawingml/2006/main">
              <a:ext uri="{FF2B5EF4-FFF2-40B4-BE49-F238E27FC236}">
                <a16:creationId xmlns:a16="http://schemas.microsoft.com/office/drawing/2014/main" id="{FD41C1E7-68C7-4FC5-95CA-3F77A2CD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510690" y="9067125"/>
            <a:ext cx="945434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14" b="0" i="0" u="none" cap="none">
                <a:solidFill>
                  <a:srgbClr val="FFFFFF"/>
                </a:solidFill>
                <a:latin typeface="Times"/>
                <a:ea typeface="Times"/>
                <a:cs typeface="Times"/>
              </a:rPr>
              <a:t>MANIPAL</a:t>
            </a:r>
            <a:endParaRPr/>
          </a:p>
        </p:txBody>
      </p:sp>
      <p:sp>
        <p:nvSpPr>
          <p:cNvPr id="118" name="Google Shape;118;p1">
            <a:extLst xmlns:a="http://schemas.openxmlformats.org/drawingml/2006/main">
              <a:ext uri="{FF2B5EF4-FFF2-40B4-BE49-F238E27FC236}">
                <a16:creationId xmlns:a16="http://schemas.microsoft.com/office/drawing/2014/main" id="{CA7DA9AA-6A6F-4C67-A71B-06CA2DB40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510690" y="9287528"/>
            <a:ext cx="1467261" cy="2501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400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29" b="0" i="0" u="none" cap="none">
                <a:solidFill>
                  <a:srgbClr val="FFFFFF"/>
                </a:solidFill>
                <a:latin typeface="Times"/>
                <a:ea typeface="Times"/>
                <a:cs typeface="Times"/>
              </a:rPr>
              <a:t>ACADEMY OF HIGHER EDUCATION</a:t>
            </a:r>
            <a:endParaRPr/>
          </a:p>
        </p:txBody>
      </p:sp>
      <p:sp>
        <p:nvSpPr>
          <p:cNvPr id="119" name="Google Shape;119;p1">
            <a:extLst xmlns:a="http://schemas.openxmlformats.org/drawingml/2006/main">
              <a:ext uri="{FF2B5EF4-FFF2-40B4-BE49-F238E27FC236}">
                <a16:creationId xmlns:a16="http://schemas.microsoft.com/office/drawing/2014/main" id="{0AEFCC40-C86D-4ECD-B502-2AE2F2FA4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510690" y="9521846"/>
            <a:ext cx="1467261" cy="1039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39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73" b="0" i="1" u="none" cap="none">
                <a:solidFill>
                  <a:srgbClr val="FFFFFF"/>
                </a:solidFill>
                <a:latin typeface="Times"/>
                <a:ea typeface="Times"/>
                <a:cs typeface="Times"/>
              </a:rPr>
              <a:t>Institution of Embrace Diamant in the University</a:t>
            </a:r>
            <a:endParaRPr/>
          </a:p>
        </p:txBody>
      </p:sp>
      <p:sp>
        <p:nvSpPr>
          <p:cNvPr id="120" name="Google Shape;120;p1">
            <a:extLst xmlns:a="http://schemas.openxmlformats.org/drawingml/2006/main">
              <a:ext uri="{FF2B5EF4-FFF2-40B4-BE49-F238E27FC236}">
                <a16:creationId xmlns:a16="http://schemas.microsoft.com/office/drawing/2014/main" id="{55F041AA-4CBF-4C40-B12F-8C9F8D7B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320" y="6523502"/>
            <a:ext cx="2051923" cy="20252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just">
              <a:lnSpc>
                <a:spcPct val="12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2" b="1" i="0" u="none" cap="none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</a:rPr>
              <a:t>TEAM: SCOPE SHIFT</a:t>
            </a:r>
            <a:endParaRPr/>
          </a:p>
          <a:p xmlns:a="http://schemas.openxmlformats.org/drawingml/2006/main">
            <a:pPr marL="0" marR="0" lvl="0" indent="0" algn="just">
              <a:lnSpc>
                <a:spcPct val="912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2" b="1" i="0" u="none" cap="none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</a:endParaRPr>
          </a:p>
          <a:p xmlns:a="http://schemas.openxmlformats.org/drawingml/2006/main">
            <a:pPr marL="0" marR="0" lvl="0" indent="0" algn="just">
              <a:lnSpc>
                <a:spcPct val="12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2" b="1" i="0" u="none" cap="none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</a:rPr>
              <a:t>TRACK: PS42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407895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" name="Google Shape;125;p2">
            <a:extLst xmlns:a="http://schemas.openxmlformats.org/drawingml/2006/main">
              <a:ext uri="{FF2B5EF4-FFF2-40B4-BE49-F238E27FC236}">
                <a16:creationId xmlns:a16="http://schemas.microsoft.com/office/drawing/2014/main" id="{D1BC87A1-D85D-4E97-A1DA-1198FDAB0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277c352e73814491">
              <a:alphaModFix/>
            </a:blip>
            <a:stretch>
              <a:fillRect l="-7180" t="-19076" r="-3000" b="-11427"/>
            </a:stretch>
          </a:blipFill>
          <a:ln xmlns:a="http://schemas.openxmlformats.org/drawingml/2006/main">
            <a:noFill/>
          </a:ln>
        </p:spPr>
      </p:sp>
      <p:sp>
        <p:nvSpPr>
          <p:cNvPr id="126" name="Google Shape;126;p2">
            <a:extLst xmlns:a="http://schemas.openxmlformats.org/drawingml/2006/main">
              <a:ext uri="{FF2B5EF4-FFF2-40B4-BE49-F238E27FC236}">
                <a16:creationId xmlns:a16="http://schemas.microsoft.com/office/drawing/2014/main" id="{F090CB75-2FB1-43A0-B808-9B0A4EDB8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7038" y="-4518398"/>
            <a:ext cx="22188662" cy="18920878"/>
          </a:xfrm>
          <a:custGeom xmlns:a="http://schemas.openxmlformats.org/drawingml/2006/main">
            <a:rect l="l" t="t" r="r" b="b"/>
            <a:pathLst>
              <a:path w="22188662" h="18920878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9f4f007a76114f9f">
              <a:alphaModFix/>
            </a:blip>
            <a:stretch>
              <a:fillRect l="0" t="0" r="0" b="0"/>
            </a:stretch>
          </a:blipFill>
          <a:ln xmlns:a="http://schemas.openxmlformats.org/drawingml/2006/main">
            <a:noFill/>
          </a:ln>
        </p:spPr>
      </p:sp>
      <p:sp>
        <p:nvSpPr>
          <p:cNvPr id="127" name="Google Shape;127;p2">
            <a:extLst xmlns:a="http://schemas.openxmlformats.org/drawingml/2006/main">
              <a:ext uri="{FF2B5EF4-FFF2-40B4-BE49-F238E27FC236}">
                <a16:creationId xmlns:a16="http://schemas.microsoft.com/office/drawing/2014/main" id="{35D60116-5EBF-4708-A150-67B40BF9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38200"/>
            <a:ext cx="7685837" cy="1824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978" b="0" i="0" u="none" cap="none">
                <a:solidFill>
                  <a:srgbClr val="5DE0E6"/>
                </a:solidFill>
                <a:latin typeface="Times"/>
                <a:ea typeface="Times"/>
                <a:cs typeface="Times"/>
              </a:rPr>
              <a:t>The problem</a:t>
            </a:r>
            <a:endParaRPr/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56B05F0F-258B-43B6-BF66-9F1AADA7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38500"/>
            <a:ext cx="47625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3E8E1"/>
          </a:solidFill>
          <a:ln xmlns:a="http://schemas.openxmlformats.org/drawingml/2006/main" w="9525">
            <a:solidFill>
              <a:srgbClr val="D8DDD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One checkout feature</a:t>
            </a:r>
          </a:p>
          <a:p xmlns:a="http://schemas.openxmlformats.org/drawingml/2006/main">
            <a:pPr>
              <a:defRPr sz="1875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BRD: UPI only</a:t>
            </a:r>
          </a:p>
          <a:p xmlns:a="http://schemas.openxmlformats.org/drawingml/2006/main">
            <a:pPr>
              <a:defRPr sz="1875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Screenshot: Card button visible</a:t>
            </a:r>
          </a:p>
          <a:p xmlns:a="http://schemas.openxmlformats.org/drawingml/2006/main">
            <a:pPr>
              <a:defRPr sz="1875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Client note: Card is in scope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0624CFD6-19DA-4EC0-B5C3-E4403678A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38500"/>
            <a:ext cx="47625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E8EFE9"/>
          </a:solidFill>
          <a:ln xmlns:a="http://schemas.openxmlformats.org/drawingml/2006/main" w="9525">
            <a:solidFill>
              <a:srgbClr val="D8DDD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The failure mode</a:t>
            </a:r>
          </a:p>
          <a:p xmlns:a="http://schemas.openxmlformats.org/drawingml/2006/main">
            <a:pPr>
              <a:defRPr sz="1875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AI can summarize all three sources.</a:t>
            </a:r>
          </a:p>
          <a:p xmlns:a="http://schemas.openxmlformats.org/drawingml/2006/main">
            <a:pPr>
              <a:defRPr sz="1875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It cannot safely decide what becomes a requirement without an explicit authority rule.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29739A80-3061-4B18-9A52-2834A1623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905250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36B4A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236B4A"/>
                </a:solidFill>
                <a:latin typeface="Aptos"/>
                <a:ea typeface="Aptos"/>
                <a:cs typeface="Aptos"/>
              </a:rPr>
              <a:t>The missing layer is governance.</a:t>
            </a:r>
          </a:p>
        </p:txBody>
      </p:sp>
    </p:spTree>
    <p:extLst>
      <p:ext uri="{BB962C8B-B14F-4D97-AF65-F5344CB8AC3E}">
        <p14:creationId xmlns:p14="http://schemas.microsoft.com/office/powerpoint/2010/main" val="199967716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2" name="Google Shape;132;p3">
            <a:extLst xmlns:a="http://schemas.openxmlformats.org/drawingml/2006/main">
              <a:ext uri="{FF2B5EF4-FFF2-40B4-BE49-F238E27FC236}">
                <a16:creationId xmlns:a16="http://schemas.microsoft.com/office/drawing/2014/main" id="{A2B1F24D-DAF6-43DA-A640-F34CE6AB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2b5c68a93e334f29">
              <a:alphaModFix/>
            </a:blip>
            <a:stretch>
              <a:fillRect l="-7180" t="-19076" r="-3000" b="-11427"/>
            </a:stretch>
          </a:blipFill>
          <a:ln xmlns:a="http://schemas.openxmlformats.org/drawingml/2006/main">
            <a:noFill/>
          </a:ln>
        </p:spPr>
      </p:sp>
      <p:sp>
        <p:nvSpPr>
          <p:cNvPr id="133" name="Google Shape;133;p3">
            <a:extLst xmlns:a="http://schemas.openxmlformats.org/drawingml/2006/main">
              <a:ext uri="{FF2B5EF4-FFF2-40B4-BE49-F238E27FC236}">
                <a16:creationId xmlns:a16="http://schemas.microsoft.com/office/drawing/2014/main" id="{BF9E8C43-D605-4702-9B2E-E2C907A1F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7038" y="-4518398"/>
            <a:ext cx="22188662" cy="18920878"/>
          </a:xfrm>
          <a:custGeom xmlns:a="http://schemas.openxmlformats.org/drawingml/2006/main">
            <a:rect l="l" t="t" r="r" b="b"/>
            <a:pathLst>
              <a:path w="22188662" h="18920878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304edc78282c49d3">
              <a:alphaModFix/>
            </a:blip>
            <a:stretch>
              <a:fillRect l="0" t="0" r="0" b="0"/>
            </a:stretch>
          </a:blipFill>
          <a:ln xmlns:a="http://schemas.openxmlformats.org/drawingml/2006/main">
            <a:noFill/>
          </a:ln>
        </p:spPr>
      </p:sp>
      <p:sp>
        <p:nvSpPr>
          <p:cNvPr id="134" name="Google Shape;134;p3">
            <a:extLst xmlns:a="http://schemas.openxmlformats.org/drawingml/2006/main">
              <a:ext uri="{FF2B5EF4-FFF2-40B4-BE49-F238E27FC236}">
                <a16:creationId xmlns:a16="http://schemas.microsoft.com/office/drawing/2014/main" id="{3B304EDC-B28E-4DB9-AFBB-CCF6A1E2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38200"/>
            <a:ext cx="13222815" cy="1824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978" b="0" i="0" u="none" cap="none">
                <a:solidFill>
                  <a:srgbClr val="5DE0E6"/>
                </a:solidFill>
                <a:latin typeface="Times"/>
                <a:ea typeface="Times"/>
                <a:cs typeface="Times"/>
              </a:rPr>
              <a:t>The solution</a:t>
            </a:r>
            <a:endParaRPr/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21AF85AD-DE9F-43AC-843A-BFF4D5E4D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3619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8EFE9"/>
          </a:solidFill>
          <a:ln xmlns:a="http://schemas.openxmlformats.org/drawingml/2006/main" w="9525">
            <a:solidFill>
              <a:srgbClr val="D8DDD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1  Extract</a:t>
            </a:r>
          </a:p>
          <a:p xmlns:a="http://schemas.openxmlformats.org/drawingml/2006/main">
            <a:pPr>
              <a:defRPr sz="1875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Gemini returns structured claims, quotes, and proposed scope changes.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CADF49D7-F732-4837-9F1D-CDA59A14C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952750"/>
            <a:ext cx="3619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2EBDD"/>
          </a:solidFill>
          <a:ln xmlns:a="http://schemas.openxmlformats.org/drawingml/2006/main" w="9525">
            <a:solidFill>
              <a:srgbClr val="D8DDD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2  Validate</a:t>
            </a:r>
          </a:p>
          <a:p xmlns:a="http://schemas.openxmlformats.org/drawingml/2006/main">
            <a:pPr>
              <a:defRPr sz="1875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Code checks schema, claim allowlist, and quote provenance.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499497AF-BD28-40A6-B34C-997880726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0"/>
            <a:ext cx="3619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8EFE9"/>
          </a:solidFill>
          <a:ln xmlns:a="http://schemas.openxmlformats.org/drawingml/2006/main" w="9525">
            <a:solidFill>
              <a:srgbClr val="D8DDD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3  Resolve</a:t>
            </a:r>
          </a:p>
          <a:p xmlns:a="http://schemas.openxmlformats.org/drawingml/2006/main">
            <a:pPr>
              <a:defRPr sz="1875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The resolver computes the current BRD from active evidence and events.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4428A5D5-BF64-4321-9A10-A3CCB22F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2952750"/>
            <a:ext cx="3429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2EBDD"/>
          </a:solidFill>
          <a:ln xmlns:a="http://schemas.openxmlformats.org/drawingml/2006/main" w="9525">
            <a:solidFill>
              <a:srgbClr val="D8DDD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4  Explain</a:t>
            </a:r>
          </a:p>
          <a:p xmlns:a="http://schemas.openxmlformats.org/drawingml/2006/main">
            <a:pPr>
              <a:defRPr sz="1875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Every requirement shows what governed it, what it replaced, and why it disappeared.</a:t>
            </a:r>
          </a:p>
        </p:txBody>
      </p:sp>
    </p:spTree>
    <p:extLst>
      <p:ext uri="{BB962C8B-B14F-4D97-AF65-F5344CB8AC3E}">
        <p14:creationId xmlns:p14="http://schemas.microsoft.com/office/powerpoint/2010/main" val="140961496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9" name="Google Shape;139;p4">
            <a:extLst xmlns:a="http://schemas.openxmlformats.org/drawingml/2006/main">
              <a:ext uri="{FF2B5EF4-FFF2-40B4-BE49-F238E27FC236}">
                <a16:creationId xmlns:a16="http://schemas.microsoft.com/office/drawing/2014/main" id="{7F5272BE-F7DC-4A36-A322-6E2757E4B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7f26ac8010b04eee">
              <a:alphaModFix/>
            </a:blip>
            <a:stretch>
              <a:fillRect l="-7180" t="-19076" r="-3000" b="-11427"/>
            </a:stretch>
          </a:blipFill>
          <a:ln xmlns:a="http://schemas.openxmlformats.org/drawingml/2006/main">
            <a:noFill/>
          </a:ln>
        </p:spPr>
      </p:sp>
      <p:sp>
        <p:nvSpPr>
          <p:cNvPr id="140" name="Google Shape;140;p4">
            <a:extLst xmlns:a="http://schemas.openxmlformats.org/drawingml/2006/main">
              <a:ext uri="{FF2B5EF4-FFF2-40B4-BE49-F238E27FC236}">
                <a16:creationId xmlns:a16="http://schemas.microsoft.com/office/drawing/2014/main" id="{7A00DEBC-C6D3-40D9-93FC-57CF2D979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7038" y="-4518398"/>
            <a:ext cx="22188662" cy="18920878"/>
          </a:xfrm>
          <a:custGeom xmlns:a="http://schemas.openxmlformats.org/drawingml/2006/main">
            <a:rect l="l" t="t" r="r" b="b"/>
            <a:pathLst>
              <a:path w="22188662" h="18920878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815217ef657d49d3">
              <a:alphaModFix/>
            </a:blip>
            <a:stretch>
              <a:fillRect l="0" t="0" r="0" b="0"/>
            </a:stretch>
          </a:blipFill>
          <a:ln xmlns:a="http://schemas.openxmlformats.org/drawingml/2006/main">
            <a:noFill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95F105A6-B5DF-4FE4-8B91-E5845C146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38200"/>
            <a:ext cx="15240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Live proof: DISPUTED → GOVERNED → DISPUTED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A4892F8D-38AC-480B-8D1F-FB3E468FE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45720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3E8E1"/>
          </a:solidFill>
          <a:ln xmlns:a="http://schemas.openxmlformats.org/drawingml/2006/main" w="9525">
            <a:solidFill>
              <a:srgbClr val="D8DDD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01  DISPUTED</a:t>
            </a:r>
          </a:p>
          <a:p xmlns:a="http://schemas.openxmlformats.org/drawingml/2006/main">
            <a:pPr>
              <a:defRPr sz="1875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BRD and screenshot conflict.</a:t>
            </a:r>
          </a:p>
          <a:p xmlns:a="http://schemas.openxmlformats.org/drawingml/2006/main">
            <a:pPr>
              <a:defRPr sz="1875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Requirement withheld.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B321E51E-E9A1-44C2-8B49-4C9AEF45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29000"/>
            <a:ext cx="45720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E8EFE9"/>
          </a:solidFill>
          <a:ln xmlns:a="http://schemas.openxmlformats.org/drawingml/2006/main" w="9525">
            <a:solidFill>
              <a:srgbClr val="D8DDD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02  GOVERNED</a:t>
            </a:r>
          </a:p>
          <a:p xmlns:a="http://schemas.openxmlformats.org/drawingml/2006/main">
            <a:pPr>
              <a:defRPr sz="1875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Verified client note authorizes Card.</a:t>
            </a:r>
          </a:p>
          <a:p xmlns:a="http://schemas.openxmlformats.org/drawingml/2006/main">
            <a:pPr>
              <a:defRPr sz="1875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Requirement enters the BRD.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D4379574-0A26-44DF-A3A3-DA4FEA881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3429000"/>
            <a:ext cx="45720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3E8E1"/>
          </a:solidFill>
          <a:ln xmlns:a="http://schemas.openxmlformats.org/drawingml/2006/main" w="9525">
            <a:solidFill>
              <a:srgbClr val="D8DDD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03  DISPUTED</a:t>
            </a:r>
          </a:p>
          <a:p xmlns:a="http://schemas.openxmlformats.org/drawingml/2006/main">
            <a:pPr>
              <a:defRPr sz="1875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Decision removed.</a:t>
            </a:r>
          </a:p>
          <a:p xmlns:a="http://schemas.openxmlformats.org/drawingml/2006/main">
            <a:pPr>
              <a:defRPr sz="1875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Resolver recomputes from remaining evidence.</a:t>
            </a:r>
          </a:p>
        </p:txBody>
      </p:sp>
    </p:spTree>
    <p:extLst>
      <p:ext uri="{BB962C8B-B14F-4D97-AF65-F5344CB8AC3E}">
        <p14:creationId xmlns:p14="http://schemas.microsoft.com/office/powerpoint/2010/main" val="201049284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5" name="Google Shape;145;p5">
            <a:extLst xmlns:a="http://schemas.openxmlformats.org/drawingml/2006/main">
              <a:ext uri="{FF2B5EF4-FFF2-40B4-BE49-F238E27FC236}">
                <a16:creationId xmlns:a16="http://schemas.microsoft.com/office/drawing/2014/main" id="{00675EC7-6036-405E-B3C3-67AEEC8B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1d9004e29a4a4391">
              <a:alphaModFix/>
            </a:blip>
            <a:stretch>
              <a:fillRect l="-7180" t="-19076" r="-3000" b="-11427"/>
            </a:stretch>
          </a:blipFill>
          <a:ln xmlns:a="http://schemas.openxmlformats.org/drawingml/2006/main">
            <a:noFill/>
          </a:ln>
        </p:spPr>
      </p:sp>
      <p:sp>
        <p:nvSpPr>
          <p:cNvPr id="146" name="Google Shape;146;p5">
            <a:extLst xmlns:a="http://schemas.openxmlformats.org/drawingml/2006/main">
              <a:ext uri="{FF2B5EF4-FFF2-40B4-BE49-F238E27FC236}">
                <a16:creationId xmlns:a16="http://schemas.microsoft.com/office/drawing/2014/main" id="{295CD5FC-95E0-4F79-BA97-5FEBA9C1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7038" y="-4518398"/>
            <a:ext cx="22188662" cy="18920878"/>
          </a:xfrm>
          <a:custGeom xmlns:a="http://schemas.openxmlformats.org/drawingml/2006/main">
            <a:rect l="l" t="t" r="r" b="b"/>
            <a:pathLst>
              <a:path w="22188662" h="18920878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d8bcfb7333264d58">
              <a:alphaModFix/>
            </a:blip>
            <a:stretch>
              <a:fillRect l="0" t="0" r="0" b="0"/>
            </a:stretch>
          </a:blipFill>
          <a:ln xmlns:a="http://schemas.openxmlformats.org/drawingml/2006/main">
            <a:noFill/>
          </a:ln>
        </p:spPr>
      </p:sp>
      <p:sp>
        <p:nvSpPr>
          <p:cNvPr id="147" name="Google Shape;147;p5">
            <a:extLst xmlns:a="http://schemas.openxmlformats.org/drawingml/2006/main">
              <a:ext uri="{FF2B5EF4-FFF2-40B4-BE49-F238E27FC236}">
                <a16:creationId xmlns:a16="http://schemas.microsoft.com/office/drawing/2014/main" id="{733840B7-21F0-475B-BE2E-5BBA8903F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38200"/>
            <a:ext cx="13222815" cy="1824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978" b="0" i="0" u="none" cap="none">
                <a:solidFill>
                  <a:srgbClr val="5DE0E6"/>
                </a:solidFill>
                <a:latin typeface="Times"/>
                <a:ea typeface="Times"/>
                <a:cs typeface="Times"/>
              </a:rPr>
              <a:t>Data flow</a:t>
            </a:r>
            <a:endParaRPr/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6D8AC76F-BB6A-4704-B512-F8F93DF82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2EBDD"/>
          </a:solidFill>
          <a:ln xmlns:a="http://schemas.openxmlformats.org/drawingml/2006/main" w="9525">
            <a:solidFill>
              <a:srgbClr val="D8DDD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Sources</a:t>
            </a:r>
          </a:p>
          <a:p xmlns:a="http://schemas.openxmlformats.org/drawingml/2006/main">
            <a:pPr>
              <a:defRPr sz="1875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PDF · screenshot · client note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D7B4A64A-3910-4737-9E7A-4291FE5E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432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8EFE9"/>
          </a:solidFill>
          <a:ln xmlns:a="http://schemas.openxmlformats.org/drawingml/2006/main" w="9525">
            <a:solidFill>
              <a:srgbClr val="D8DDD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Evidence</a:t>
            </a:r>
          </a:p>
          <a:p xmlns:a="http://schemas.openxmlformats.org/drawingml/2006/main">
            <a:pPr>
              <a:defRPr sz="1875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Structured claims with validated quotes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B9466504-E7F4-4B18-9DEA-3B9809F9D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432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2EBDD"/>
          </a:solidFill>
          <a:ln xmlns:a="http://schemas.openxmlformats.org/drawingml/2006/main" w="9525">
            <a:solidFill>
              <a:srgbClr val="D8DDD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Event log</a:t>
            </a:r>
          </a:p>
          <a:p xmlns:a="http://schemas.openxmlformats.org/drawingml/2006/main">
            <a:pPr>
              <a:defRPr sz="1875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BigQuery in production architecture</a:t>
            </a:r>
          </a:p>
          <a:p xmlns:a="http://schemas.openxmlformats.org/drawingml/2006/main">
            <a:pPr>
              <a:defRPr sz="1875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SQLite in the local demo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71E4E7D8-2967-419B-8241-5837DFE0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31432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8EFE9"/>
          </a:solidFill>
          <a:ln xmlns:a="http://schemas.openxmlformats.org/drawingml/2006/main" w="9525">
            <a:solidFill>
              <a:srgbClr val="D8DDD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Resolver</a:t>
            </a:r>
          </a:p>
          <a:p xmlns:a="http://schemas.openxmlformats.org/drawingml/2006/main">
            <a:pPr>
              <a:defRPr sz="1875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Deterministic projection of the current BRD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DE270592-6CA1-47F2-A4A5-7201672B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6858000"/>
            <a:ext cx="1143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36B4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236B4A"/>
                </a:solidFill>
                <a:latin typeface="Aptos"/>
                <a:ea typeface="Aptos"/>
                <a:cs typeface="Aptos"/>
              </a:rPr>
              <a:t>Evidence → event log → resolver → current BRD</a:t>
            </a:r>
          </a:p>
        </p:txBody>
      </p:sp>
    </p:spTree>
    <p:extLst>
      <p:ext uri="{BB962C8B-B14F-4D97-AF65-F5344CB8AC3E}">
        <p14:creationId xmlns:p14="http://schemas.microsoft.com/office/powerpoint/2010/main" val="78498895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2" name="Google Shape;152;p6">
            <a:extLst xmlns:a="http://schemas.openxmlformats.org/drawingml/2006/main">
              <a:ext uri="{FF2B5EF4-FFF2-40B4-BE49-F238E27FC236}">
                <a16:creationId xmlns:a16="http://schemas.microsoft.com/office/drawing/2014/main" id="{C9B5F2AF-7237-4E8F-BBCE-84DAC7DB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6514b63f7d4e4948">
              <a:alphaModFix/>
            </a:blip>
            <a:stretch>
              <a:fillRect l="-7180" t="-19076" r="-3000" b="-11427"/>
            </a:stretch>
          </a:blipFill>
          <a:ln xmlns:a="http://schemas.openxmlformats.org/drawingml/2006/main">
            <a:noFill/>
          </a:ln>
        </p:spPr>
      </p:sp>
      <p:sp>
        <p:nvSpPr>
          <p:cNvPr id="153" name="Google Shape;153;p6">
            <a:extLst xmlns:a="http://schemas.openxmlformats.org/drawingml/2006/main">
              <a:ext uri="{FF2B5EF4-FFF2-40B4-BE49-F238E27FC236}">
                <a16:creationId xmlns:a16="http://schemas.microsoft.com/office/drawing/2014/main" id="{1CF6CBE3-F7AB-4D77-A0A3-03E07B4C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7038" y="-4518398"/>
            <a:ext cx="22188662" cy="18920878"/>
          </a:xfrm>
          <a:custGeom xmlns:a="http://schemas.openxmlformats.org/drawingml/2006/main">
            <a:rect l="l" t="t" r="r" b="b"/>
            <a:pathLst>
              <a:path w="22188662" h="18920878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6aa9e60d1412426a">
              <a:alphaModFix/>
            </a:blip>
            <a:stretch>
              <a:fillRect l="0" t="0" r="0" b="0"/>
            </a:stretch>
          </a:blipFill>
          <a:ln xmlns:a="http://schemas.openxmlformats.org/drawingml/2006/main">
            <a:noFill/>
          </a:ln>
        </p:spPr>
      </p:sp>
      <p:sp>
        <p:nvSpPr>
          <p:cNvPr id="154" name="Google Shape;154;p6">
            <a:extLst xmlns:a="http://schemas.openxmlformats.org/drawingml/2006/main">
              <a:ext uri="{FF2B5EF4-FFF2-40B4-BE49-F238E27FC236}">
                <a16:creationId xmlns:a16="http://schemas.microsoft.com/office/drawing/2014/main" id="{23BDE2F7-4B53-40D8-86B3-F4E3E384B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66775"/>
            <a:ext cx="10751308" cy="14836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13" b="0" i="0" u="none" cap="none">
                <a:solidFill>
                  <a:srgbClr val="5DE0E6"/>
                </a:solidFill>
                <a:latin typeface="Times"/>
                <a:ea typeface="Times"/>
                <a:cs typeface="Times"/>
              </a:rPr>
              <a:t>Prototype screen</a:t>
            </a:r>
            <a:endParaRPr/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5464A817-6A50-4F88-8060-434B27D8A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37147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2EBDD"/>
          </a:solidFill>
          <a:ln xmlns:a="http://schemas.openxmlformats.org/drawingml/2006/main" w="9525">
            <a:solidFill>
              <a:srgbClr val="D8DDD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Sources</a:t>
            </a:r>
          </a:p>
          <a:p xmlns:a="http://schemas.openxmlformats.org/drawingml/2006/main">
            <a:pPr>
              <a:defRPr sz="1875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SRC-01  BRD</a:t>
            </a:r>
          </a:p>
          <a:p xmlns:a="http://schemas.openxmlformats.org/drawingml/2006/main">
            <a:pPr>
              <a:defRPr sz="1875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SRC-02  Screenshot</a:t>
            </a:r>
          </a:p>
          <a:p xmlns:a="http://schemas.openxmlformats.org/drawingml/2006/main">
            <a:pPr>
              <a:defRPr sz="1875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SRC-03  Client note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5A1DFE90-2DE9-4F20-B880-5C7F930C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952750"/>
            <a:ext cx="43815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E8EFE9"/>
          </a:solidFill>
          <a:ln xmlns:a="http://schemas.openxmlformats.org/drawingml/2006/main" w="9525">
            <a:solidFill>
              <a:srgbClr val="D8DDD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Event log</a:t>
            </a:r>
          </a:p>
          <a:p xmlns:a="http://schemas.openxmlformats.org/drawingml/2006/main">
            <a:pPr>
              <a:defRPr sz="1875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1  ADDED  SRC-01</a:t>
            </a:r>
          </a:p>
          <a:p xmlns:a="http://schemas.openxmlformats.org/drawingml/2006/main">
            <a:pPr>
              <a:defRPr sz="1875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2  ADDED  SRC-02</a:t>
            </a:r>
          </a:p>
          <a:p xmlns:a="http://schemas.openxmlformats.org/drawingml/2006/main">
            <a:pPr>
              <a:defRPr sz="1875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3  ADDED  SRC-03</a:t>
            </a:r>
          </a:p>
          <a:p xmlns:a="http://schemas.openxmlformats.org/drawingml/2006/main">
            <a:pPr>
              <a:defRPr sz="1875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4  REMOVED  SRC-03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0E8FCE9C-8A00-44E4-90A8-640FAD50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952750"/>
            <a:ext cx="55245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3E8E1"/>
          </a:solidFill>
          <a:ln xmlns:a="http://schemas.openxmlformats.org/drawingml/2006/main" w="9525">
            <a:solidFill>
              <a:srgbClr val="D8DDD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Current BRD</a:t>
            </a:r>
          </a:p>
          <a:p xmlns:a="http://schemas.openxmlformats.org/drawingml/2006/main">
            <a:pPr>
              <a:defRPr sz="1875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DISPUTED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Requirement withheld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Reason: no active governing decision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0A4692D5-EAAF-4B71-96D1-86BD7849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7239000"/>
            <a:ext cx="1428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36B4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236B4A"/>
                </a:solidFill>
                <a:latin typeface="Aptos"/>
                <a:ea typeface="Aptos"/>
                <a:cs typeface="Aptos"/>
              </a:rPr>
              <a:t>The judge can watch the requirement appear and disappear from the same evidence history.</a:t>
            </a:r>
          </a:p>
        </p:txBody>
      </p:sp>
    </p:spTree>
    <p:extLst>
      <p:ext uri="{BB962C8B-B14F-4D97-AF65-F5344CB8AC3E}">
        <p14:creationId xmlns:p14="http://schemas.microsoft.com/office/powerpoint/2010/main" val="204734240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9" name="Google Shape;159;p7">
            <a:extLst xmlns:a="http://schemas.openxmlformats.org/drawingml/2006/main">
              <a:ext uri="{FF2B5EF4-FFF2-40B4-BE49-F238E27FC236}">
                <a16:creationId xmlns:a16="http://schemas.microsoft.com/office/drawing/2014/main" id="{877844EA-3DEE-4799-9E66-E46EA2898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14fbfe0d22374237">
              <a:alphaModFix/>
            </a:blip>
            <a:stretch>
              <a:fillRect l="-7180" t="-19076" r="-3000" b="-11427"/>
            </a:stretch>
          </a:blipFill>
          <a:ln xmlns:a="http://schemas.openxmlformats.org/drawingml/2006/main">
            <a:noFill/>
          </a:ln>
        </p:spPr>
      </p:sp>
      <p:sp>
        <p:nvSpPr>
          <p:cNvPr id="160" name="Google Shape;160;p7">
            <a:extLst xmlns:a="http://schemas.openxmlformats.org/drawingml/2006/main">
              <a:ext uri="{FF2B5EF4-FFF2-40B4-BE49-F238E27FC236}">
                <a16:creationId xmlns:a16="http://schemas.microsoft.com/office/drawing/2014/main" id="{A84E136E-41EA-4FFA-A40D-BAA941281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7038" y="-4518398"/>
            <a:ext cx="22188662" cy="18920878"/>
          </a:xfrm>
          <a:custGeom xmlns:a="http://schemas.openxmlformats.org/drawingml/2006/main">
            <a:rect l="l" t="t" r="r" b="b"/>
            <a:pathLst>
              <a:path w="22188662" h="18920878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91931b21ddc74a13">
              <a:alphaModFix/>
            </a:blip>
            <a:stretch>
              <a:fillRect l="0" t="0" r="0" b="0"/>
            </a:stretch>
          </a:blipFill>
          <a:ln xmlns:a="http://schemas.openxmlformats.org/drawingml/2006/main">
            <a:noFill/>
          </a:ln>
        </p:spPr>
      </p:sp>
      <p:sp>
        <p:nvSpPr>
          <p:cNvPr id="161" name="Google Shape;161;p7">
            <a:extLst xmlns:a="http://schemas.openxmlformats.org/drawingml/2006/main">
              <a:ext uri="{FF2B5EF4-FFF2-40B4-BE49-F238E27FC236}">
                <a16:creationId xmlns:a16="http://schemas.microsoft.com/office/drawing/2014/main" id="{D997E5BD-D2FD-4626-A3DE-33C3E1D0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66775"/>
            <a:ext cx="5533771" cy="14836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13" b="0" i="0" u="none" cap="none">
                <a:solidFill>
                  <a:srgbClr val="5DE0E6"/>
                </a:solidFill>
                <a:latin typeface="Times"/>
                <a:ea typeface="Times"/>
                <a:cs typeface="Times"/>
              </a:rPr>
              <a:t>Validation</a:t>
            </a:r>
            <a:endParaRPr/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4E1751F7-521B-4ED6-9CB1-9BE2180E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4762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8EFE9"/>
          </a:solidFill>
          <a:ln xmlns:a="http://schemas.openxmlformats.org/drawingml/2006/main" w="9525">
            <a:solidFill>
              <a:srgbClr val="D8DDD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Verified now</a:t>
            </a:r>
          </a:p>
          <a:p xmlns:a="http://schemas.openxmlformats.org/drawingml/2006/main">
            <a:pPr>
              <a:defRPr sz="1875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Core replay tests</a:t>
            </a:r>
          </a:p>
          <a:p xmlns:a="http://schemas.openxmlformats.org/drawingml/2006/main">
            <a:pPr>
              <a:defRPr sz="1875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Invalid transition checks</a:t>
            </a:r>
          </a:p>
          <a:p xmlns:a="http://schemas.openxmlformats.org/drawingml/2006/main">
            <a:pPr>
              <a:defRPr sz="1875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HTTP integration flow</a:t>
            </a:r>
          </a:p>
          <a:p xmlns:a="http://schemas.openxmlformats.org/drawingml/2006/main">
            <a:pPr>
              <a:defRPr sz="1875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Security headers and bounded input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0DFE04E9-5CD5-46C4-A813-01AC952E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57500"/>
            <a:ext cx="4762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2EBDD"/>
          </a:solidFill>
          <a:ln xmlns:a="http://schemas.openxmlformats.org/drawingml/2006/main" w="9525">
            <a:solidFill>
              <a:srgbClr val="D8DDD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Pending evidence</a:t>
            </a:r>
          </a:p>
          <a:p xmlns:a="http://schemas.openxmlformats.org/drawingml/2006/main">
            <a:pPr>
              <a:defRPr sz="1875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Gemini plain baseline</a:t>
            </a:r>
          </a:p>
          <a:p xmlns:a="http://schemas.openxmlformats.org/drawingml/2006/main">
            <a:pPr>
              <a:defRPr sz="1875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Gemini hinted baseline</a:t>
            </a:r>
          </a:p>
          <a:p xmlns:a="http://schemas.openxmlformats.org/drawingml/2006/main">
            <a:pPr>
              <a:defRPr sz="1875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Final captured UI screenshot</a:t>
            </a:r>
          </a:p>
          <a:p xmlns:a="http://schemas.openxmlformats.org/drawingml/2006/main">
            <a:pPr>
              <a:defRPr sz="1875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Organizer ruling on pre-build scope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4B74B2F2-6DFB-483F-8D00-B3A436FF2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2857500"/>
            <a:ext cx="4191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8EFE9"/>
          </a:solidFill>
          <a:ln xmlns:a="http://schemas.openxmlformats.org/drawingml/2006/main" w="9525">
            <a:solidFill>
              <a:srgbClr val="D8DDD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Build-window demo</a:t>
            </a:r>
          </a:p>
          <a:p xmlns:a="http://schemas.openxmlformats.org/drawingml/2006/main">
            <a:pPr>
              <a:defRPr sz="1875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Ingest the client note live, with a one-click pre-extracted fallback if the API is unavailable on stage.</a:t>
            </a:r>
          </a:p>
        </p:txBody>
      </p:sp>
    </p:spTree>
    <p:extLst>
      <p:ext uri="{BB962C8B-B14F-4D97-AF65-F5344CB8AC3E}">
        <p14:creationId xmlns:p14="http://schemas.microsoft.com/office/powerpoint/2010/main" val="53869770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2026-10-04T04:46:25.5970000Z</dcterms:created>
  <dcterms:modified xsi:type="dcterms:W3CDTF">2026-10-04T04:46:25.5970000Z</dcterms:modified>
</coreProperties>
</file>